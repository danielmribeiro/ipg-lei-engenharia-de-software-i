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0" r:id="rId5"/>
    <p:sldId id="261" r:id="rId6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do subtítulo do Modelo Global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1525D-7DB5-494A-8161-69EF81F69EE9}" type="datetimeFigureOut">
              <a:rPr lang="pt-PT" smtClean="0"/>
              <a:t>13/06/2017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CC32A-1927-4041-8738-3ED7DFA90E5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70031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1525D-7DB5-494A-8161-69EF81F69EE9}" type="datetimeFigureOut">
              <a:rPr lang="pt-PT" smtClean="0"/>
              <a:t>13/06/2017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CC32A-1927-4041-8738-3ED7DFA90E5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63032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1525D-7DB5-494A-8161-69EF81F69EE9}" type="datetimeFigureOut">
              <a:rPr lang="pt-PT" smtClean="0"/>
              <a:t>13/06/2017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CC32A-1927-4041-8738-3ED7DFA90E5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05719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1525D-7DB5-494A-8161-69EF81F69EE9}" type="datetimeFigureOut">
              <a:rPr lang="pt-PT" smtClean="0"/>
              <a:t>13/06/2017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CC32A-1927-4041-8738-3ED7DFA90E5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36658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1525D-7DB5-494A-8161-69EF81F69EE9}" type="datetimeFigureOut">
              <a:rPr lang="pt-PT" smtClean="0"/>
              <a:t>13/06/2017</a:t>
            </a:fld>
            <a:endParaRPr lang="pt-PT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CC32A-1927-4041-8738-3ED7DFA90E5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26654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1525D-7DB5-494A-8161-69EF81F69EE9}" type="datetimeFigureOut">
              <a:rPr lang="pt-PT" smtClean="0"/>
              <a:t>13/06/2017</a:t>
            </a:fld>
            <a:endParaRPr lang="pt-PT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CC32A-1927-4041-8738-3ED7DFA90E5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82340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1525D-7DB5-494A-8161-69EF81F69EE9}" type="datetimeFigureOut">
              <a:rPr lang="pt-PT" smtClean="0"/>
              <a:t>13/06/2017</a:t>
            </a:fld>
            <a:endParaRPr lang="pt-PT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CC32A-1927-4041-8738-3ED7DFA90E5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01107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1525D-7DB5-494A-8161-69EF81F69EE9}" type="datetimeFigureOut">
              <a:rPr lang="pt-PT" smtClean="0"/>
              <a:t>13/06/2017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CC32A-1927-4041-8738-3ED7DFA90E5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10182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1525D-7DB5-494A-8161-69EF81F69EE9}" type="datetimeFigureOut">
              <a:rPr lang="pt-PT" smtClean="0"/>
              <a:t>13/06/2017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CC32A-1927-4041-8738-3ED7DFA90E5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06555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1525D-7DB5-494A-8161-69EF81F69EE9}" type="datetimeFigureOut">
              <a:rPr lang="pt-PT" smtClean="0"/>
              <a:t>13/06/2017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CC32A-1927-4041-8738-3ED7DFA90E5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95228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1525D-7DB5-494A-8161-69EF81F69EE9}" type="datetimeFigureOut">
              <a:rPr lang="pt-PT" smtClean="0"/>
              <a:t>13/06/2017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CC32A-1927-4041-8738-3ED7DFA90E5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63372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F1525D-7DB5-494A-8161-69EF81F69EE9}" type="datetimeFigureOut">
              <a:rPr lang="pt-PT" smtClean="0"/>
              <a:t>13/06/2017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3CC32A-1927-4041-8738-3ED7DFA90E5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94781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jpg"/><Relationship Id="rId5" Type="http://schemas.openxmlformats.org/officeDocument/2006/relationships/image" Target="../media/image6.png"/><Relationship Id="rId10" Type="http://schemas.openxmlformats.org/officeDocument/2006/relationships/image" Target="../media/image11.jpg"/><Relationship Id="rId4" Type="http://schemas.openxmlformats.org/officeDocument/2006/relationships/image" Target="../media/image5.png"/><Relationship Id="rId9" Type="http://schemas.openxmlformats.org/officeDocument/2006/relationships/image" Target="../media/image10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5128591" y="2597426"/>
            <a:ext cx="1709531" cy="1709531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Trilhos na Estrela</a:t>
            </a:r>
          </a:p>
        </p:txBody>
      </p:sp>
      <p:sp>
        <p:nvSpPr>
          <p:cNvPr id="5" name="Retângulo 4"/>
          <p:cNvSpPr/>
          <p:nvPr/>
        </p:nvSpPr>
        <p:spPr>
          <a:xfrm>
            <a:off x="1020417" y="2835965"/>
            <a:ext cx="1444487" cy="132521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Cliente</a:t>
            </a:r>
          </a:p>
        </p:txBody>
      </p:sp>
      <p:sp>
        <p:nvSpPr>
          <p:cNvPr id="6" name="Retângulo 5"/>
          <p:cNvSpPr/>
          <p:nvPr/>
        </p:nvSpPr>
        <p:spPr>
          <a:xfrm>
            <a:off x="9601211" y="2829341"/>
            <a:ext cx="1596876" cy="13318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Administrador</a:t>
            </a:r>
          </a:p>
        </p:txBody>
      </p:sp>
      <p:cxnSp>
        <p:nvCxnSpPr>
          <p:cNvPr id="10" name="Conexão reta unidirecional 9"/>
          <p:cNvCxnSpPr>
            <a:cxnSpLocks/>
          </p:cNvCxnSpPr>
          <p:nvPr/>
        </p:nvCxnSpPr>
        <p:spPr>
          <a:xfrm>
            <a:off x="2464904" y="3339550"/>
            <a:ext cx="26764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3349071" y="1710504"/>
            <a:ext cx="1254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D - Registar</a:t>
            </a:r>
          </a:p>
        </p:txBody>
      </p:sp>
      <p:cxnSp>
        <p:nvCxnSpPr>
          <p:cNvPr id="24" name="Conexão reta unidirecional 23"/>
          <p:cNvCxnSpPr>
            <a:cxnSpLocks/>
          </p:cNvCxnSpPr>
          <p:nvPr/>
        </p:nvCxnSpPr>
        <p:spPr>
          <a:xfrm>
            <a:off x="2464904" y="2955235"/>
            <a:ext cx="28359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3468760" y="2046960"/>
            <a:ext cx="97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E - Login</a:t>
            </a:r>
          </a:p>
        </p:txBody>
      </p:sp>
      <p:cxnSp>
        <p:nvCxnSpPr>
          <p:cNvPr id="28" name="Conexão reta unidirecional 27"/>
          <p:cNvCxnSpPr>
            <a:cxnSpLocks/>
            <a:stCxn id="6" idx="1"/>
            <a:endCxn id="4" idx="6"/>
          </p:cNvCxnSpPr>
          <p:nvPr/>
        </p:nvCxnSpPr>
        <p:spPr>
          <a:xfrm flipH="1" flipV="1">
            <a:off x="6838122" y="3452192"/>
            <a:ext cx="2763089" cy="430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/>
          <p:cNvSpPr txBox="1"/>
          <p:nvPr/>
        </p:nvSpPr>
        <p:spPr>
          <a:xfrm>
            <a:off x="7700091" y="2203185"/>
            <a:ext cx="97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E - Login</a:t>
            </a:r>
          </a:p>
        </p:txBody>
      </p:sp>
      <p:cxnSp>
        <p:nvCxnSpPr>
          <p:cNvPr id="32" name="Conexão reta unidirecional 31"/>
          <p:cNvCxnSpPr>
            <a:cxnSpLocks/>
          </p:cNvCxnSpPr>
          <p:nvPr/>
        </p:nvCxnSpPr>
        <p:spPr>
          <a:xfrm flipH="1" flipV="1">
            <a:off x="6815822" y="3197091"/>
            <a:ext cx="2778752" cy="15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/>
          <p:cNvSpPr txBox="1"/>
          <p:nvPr/>
        </p:nvSpPr>
        <p:spPr>
          <a:xfrm>
            <a:off x="7286949" y="3809240"/>
            <a:ext cx="2010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P - Criar caminhada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7222166" y="4099410"/>
            <a:ext cx="2148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Q - Editar caminhada</a:t>
            </a:r>
          </a:p>
        </p:txBody>
      </p:sp>
      <p:cxnSp>
        <p:nvCxnSpPr>
          <p:cNvPr id="50" name="Conexão reta unidirecional 49"/>
          <p:cNvCxnSpPr>
            <a:cxnSpLocks/>
          </p:cNvCxnSpPr>
          <p:nvPr/>
        </p:nvCxnSpPr>
        <p:spPr>
          <a:xfrm flipH="1" flipV="1">
            <a:off x="6815822" y="3807550"/>
            <a:ext cx="2785390" cy="37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aixaDeTexto 52"/>
          <p:cNvSpPr txBox="1"/>
          <p:nvPr/>
        </p:nvSpPr>
        <p:spPr>
          <a:xfrm>
            <a:off x="7161829" y="4451213"/>
            <a:ext cx="2382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R - Cancelar caminhada</a:t>
            </a:r>
          </a:p>
        </p:txBody>
      </p:sp>
      <p:cxnSp>
        <p:nvCxnSpPr>
          <p:cNvPr id="55" name="Conexão reta unidirecional 54"/>
          <p:cNvCxnSpPr>
            <a:cxnSpLocks/>
          </p:cNvCxnSpPr>
          <p:nvPr/>
        </p:nvCxnSpPr>
        <p:spPr>
          <a:xfrm flipV="1">
            <a:off x="2464904" y="3692315"/>
            <a:ext cx="2676941" cy="70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/>
          <p:cNvSpPr txBox="1"/>
          <p:nvPr/>
        </p:nvSpPr>
        <p:spPr>
          <a:xfrm>
            <a:off x="2551897" y="2341603"/>
            <a:ext cx="2731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F - Inscrição em caminhada</a:t>
            </a:r>
          </a:p>
        </p:txBody>
      </p:sp>
      <p:sp>
        <p:nvSpPr>
          <p:cNvPr id="62" name="CaixaDeTexto 61"/>
          <p:cNvSpPr txBox="1"/>
          <p:nvPr/>
        </p:nvSpPr>
        <p:spPr>
          <a:xfrm>
            <a:off x="2553244" y="2984056"/>
            <a:ext cx="2727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H - Pagamento da Inscrição</a:t>
            </a:r>
          </a:p>
        </p:txBody>
      </p:sp>
      <p:cxnSp>
        <p:nvCxnSpPr>
          <p:cNvPr id="64" name="Conexão: Ângulo Reto 63"/>
          <p:cNvCxnSpPr>
            <a:cxnSpLocks/>
            <a:stCxn id="5" idx="0"/>
          </p:cNvCxnSpPr>
          <p:nvPr/>
        </p:nvCxnSpPr>
        <p:spPr>
          <a:xfrm rot="5400000" flipH="1" flipV="1">
            <a:off x="3611455" y="808147"/>
            <a:ext cx="159024" cy="389661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aixaDeTexto 65"/>
          <p:cNvSpPr txBox="1"/>
          <p:nvPr/>
        </p:nvSpPr>
        <p:spPr>
          <a:xfrm>
            <a:off x="2471541" y="2650704"/>
            <a:ext cx="3022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G - Cancelamento da Inscrição</a:t>
            </a:r>
          </a:p>
        </p:txBody>
      </p:sp>
      <p:sp>
        <p:nvSpPr>
          <p:cNvPr id="80" name="CaixaDeTexto 79"/>
          <p:cNvSpPr txBox="1"/>
          <p:nvPr/>
        </p:nvSpPr>
        <p:spPr>
          <a:xfrm>
            <a:off x="7605659" y="2542549"/>
            <a:ext cx="1601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M -Criar trilhos</a:t>
            </a:r>
          </a:p>
        </p:txBody>
      </p:sp>
      <p:sp>
        <p:nvSpPr>
          <p:cNvPr id="95" name="CaixaDeTexto 94"/>
          <p:cNvSpPr txBox="1"/>
          <p:nvPr/>
        </p:nvSpPr>
        <p:spPr>
          <a:xfrm>
            <a:off x="7587589" y="2887384"/>
            <a:ext cx="1707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N - Editar trilhos</a:t>
            </a:r>
          </a:p>
        </p:txBody>
      </p:sp>
      <p:cxnSp>
        <p:nvCxnSpPr>
          <p:cNvPr id="97" name="Conexão: Ângulo Reto 96"/>
          <p:cNvCxnSpPr>
            <a:cxnSpLocks/>
          </p:cNvCxnSpPr>
          <p:nvPr/>
        </p:nvCxnSpPr>
        <p:spPr>
          <a:xfrm rot="10800000" flipV="1">
            <a:off x="6524667" y="2503797"/>
            <a:ext cx="3255451" cy="264328"/>
          </a:xfrm>
          <a:prstGeom prst="bentConnector3">
            <a:avLst>
              <a:gd name="adj1" fmla="val 10007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exão reta 102"/>
          <p:cNvCxnSpPr>
            <a:cxnSpLocks/>
          </p:cNvCxnSpPr>
          <p:nvPr/>
        </p:nvCxnSpPr>
        <p:spPr>
          <a:xfrm flipH="1">
            <a:off x="9780117" y="2508334"/>
            <a:ext cx="3318" cy="3210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CaixaDeTexto 103"/>
          <p:cNvSpPr txBox="1"/>
          <p:nvPr/>
        </p:nvSpPr>
        <p:spPr>
          <a:xfrm>
            <a:off x="7463394" y="3134068"/>
            <a:ext cx="1930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O - Eliminar trilhos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19AB909B-78C4-4BB9-B421-8DAFBB7B0277}"/>
              </a:ext>
            </a:extLst>
          </p:cNvPr>
          <p:cNvSpPr txBox="1"/>
          <p:nvPr/>
        </p:nvSpPr>
        <p:spPr>
          <a:xfrm>
            <a:off x="7611094" y="3460183"/>
            <a:ext cx="2305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I - Ver trilhos</a:t>
            </a:r>
          </a:p>
        </p:txBody>
      </p:sp>
      <p:cxnSp>
        <p:nvCxnSpPr>
          <p:cNvPr id="63" name="Conexão reta 62">
            <a:extLst>
              <a:ext uri="{FF2B5EF4-FFF2-40B4-BE49-F238E27FC236}">
                <a16:creationId xmlns:a16="http://schemas.microsoft.com/office/drawing/2014/main" id="{7AD8C487-DCA1-4AF7-B14D-E2D99ADED6A7}"/>
              </a:ext>
            </a:extLst>
          </p:cNvPr>
          <p:cNvCxnSpPr>
            <a:cxnSpLocks/>
          </p:cNvCxnSpPr>
          <p:nvPr/>
        </p:nvCxnSpPr>
        <p:spPr>
          <a:xfrm flipH="1">
            <a:off x="2325740" y="4427123"/>
            <a:ext cx="3173940" cy="27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xão reta 64">
            <a:extLst>
              <a:ext uri="{FF2B5EF4-FFF2-40B4-BE49-F238E27FC236}">
                <a16:creationId xmlns:a16="http://schemas.microsoft.com/office/drawing/2014/main" id="{59EA27AC-C065-4BE4-8363-6B47578A3E44}"/>
              </a:ext>
            </a:extLst>
          </p:cNvPr>
          <p:cNvCxnSpPr>
            <a:cxnSpLocks/>
          </p:cNvCxnSpPr>
          <p:nvPr/>
        </p:nvCxnSpPr>
        <p:spPr>
          <a:xfrm>
            <a:off x="2325739" y="4121995"/>
            <a:ext cx="0" cy="3154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xão reta unidirecional 66">
            <a:extLst>
              <a:ext uri="{FF2B5EF4-FFF2-40B4-BE49-F238E27FC236}">
                <a16:creationId xmlns:a16="http://schemas.microsoft.com/office/drawing/2014/main" id="{C927923E-0824-4CB1-BFB7-E2DD30542829}"/>
              </a:ext>
            </a:extLst>
          </p:cNvPr>
          <p:cNvCxnSpPr>
            <a:cxnSpLocks/>
          </p:cNvCxnSpPr>
          <p:nvPr/>
        </p:nvCxnSpPr>
        <p:spPr>
          <a:xfrm flipH="1" flipV="1">
            <a:off x="5499680" y="4147931"/>
            <a:ext cx="5273" cy="276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F462CED3-1BD5-4813-A805-BF1B3C5B497C}"/>
              </a:ext>
            </a:extLst>
          </p:cNvPr>
          <p:cNvSpPr txBox="1"/>
          <p:nvPr/>
        </p:nvSpPr>
        <p:spPr>
          <a:xfrm>
            <a:off x="3186404" y="3326328"/>
            <a:ext cx="1383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I - Ver trilhos</a:t>
            </a:r>
          </a:p>
        </p:txBody>
      </p:sp>
      <p:cxnSp>
        <p:nvCxnSpPr>
          <p:cNvPr id="75" name="Conexão reta 74">
            <a:extLst>
              <a:ext uri="{FF2B5EF4-FFF2-40B4-BE49-F238E27FC236}">
                <a16:creationId xmlns:a16="http://schemas.microsoft.com/office/drawing/2014/main" id="{8A8AB271-43C2-4C1E-ADC8-3BA15AF8EF6C}"/>
              </a:ext>
            </a:extLst>
          </p:cNvPr>
          <p:cNvCxnSpPr>
            <a:cxnSpLocks/>
          </p:cNvCxnSpPr>
          <p:nvPr/>
        </p:nvCxnSpPr>
        <p:spPr>
          <a:xfrm>
            <a:off x="1630017" y="2340149"/>
            <a:ext cx="0" cy="4750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576CA4EB-D90D-4B15-8B32-43D7BB0CBE01}"/>
              </a:ext>
            </a:extLst>
          </p:cNvPr>
          <p:cNvSpPr txBox="1"/>
          <p:nvPr/>
        </p:nvSpPr>
        <p:spPr>
          <a:xfrm>
            <a:off x="2538850" y="4079974"/>
            <a:ext cx="2908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K - Comentar sobre um trilho</a:t>
            </a:r>
          </a:p>
        </p:txBody>
      </p:sp>
      <p:cxnSp>
        <p:nvCxnSpPr>
          <p:cNvPr id="99" name="Conexão reta unidirecional 98">
            <a:extLst>
              <a:ext uri="{FF2B5EF4-FFF2-40B4-BE49-F238E27FC236}">
                <a16:creationId xmlns:a16="http://schemas.microsoft.com/office/drawing/2014/main" id="{7EF85EBA-E3DC-4856-A03E-6B3685BCE689}"/>
              </a:ext>
            </a:extLst>
          </p:cNvPr>
          <p:cNvCxnSpPr>
            <a:cxnSpLocks/>
          </p:cNvCxnSpPr>
          <p:nvPr/>
        </p:nvCxnSpPr>
        <p:spPr>
          <a:xfrm>
            <a:off x="2464904" y="4068119"/>
            <a:ext cx="29140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exão reta unidirecional 110">
            <a:extLst>
              <a:ext uri="{FF2B5EF4-FFF2-40B4-BE49-F238E27FC236}">
                <a16:creationId xmlns:a16="http://schemas.microsoft.com/office/drawing/2014/main" id="{2500B070-9149-424E-839E-10FE9CAEC1AA}"/>
              </a:ext>
            </a:extLst>
          </p:cNvPr>
          <p:cNvCxnSpPr>
            <a:endCxn id="4" idx="7"/>
          </p:cNvCxnSpPr>
          <p:nvPr/>
        </p:nvCxnSpPr>
        <p:spPr>
          <a:xfrm flipH="1">
            <a:off x="6587767" y="2835965"/>
            <a:ext cx="3006807" cy="11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exão reta unidirecional 125">
            <a:extLst>
              <a:ext uri="{FF2B5EF4-FFF2-40B4-BE49-F238E27FC236}">
                <a16:creationId xmlns:a16="http://schemas.microsoft.com/office/drawing/2014/main" id="{66362816-F94C-4FFA-862B-E5D5AF39D59F}"/>
              </a:ext>
            </a:extLst>
          </p:cNvPr>
          <p:cNvCxnSpPr/>
          <p:nvPr/>
        </p:nvCxnSpPr>
        <p:spPr>
          <a:xfrm flipH="1" flipV="1">
            <a:off x="6564423" y="4108175"/>
            <a:ext cx="3069907" cy="49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exão: Ângulo Reto 127">
            <a:extLst>
              <a:ext uri="{FF2B5EF4-FFF2-40B4-BE49-F238E27FC236}">
                <a16:creationId xmlns:a16="http://schemas.microsoft.com/office/drawing/2014/main" id="{8E4F23A4-B9B5-4F3D-8D0A-8FC29A28DD74}"/>
              </a:ext>
            </a:extLst>
          </p:cNvPr>
          <p:cNvCxnSpPr>
            <a:cxnSpLocks/>
          </p:cNvCxnSpPr>
          <p:nvPr/>
        </p:nvCxnSpPr>
        <p:spPr>
          <a:xfrm rot="10800000">
            <a:off x="6414770" y="4161255"/>
            <a:ext cx="3318968" cy="274985"/>
          </a:xfrm>
          <a:prstGeom prst="bentConnector3">
            <a:avLst>
              <a:gd name="adj1" fmla="val 9911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exão reta 133">
            <a:extLst>
              <a:ext uri="{FF2B5EF4-FFF2-40B4-BE49-F238E27FC236}">
                <a16:creationId xmlns:a16="http://schemas.microsoft.com/office/drawing/2014/main" id="{FA207B9C-57C6-4D54-8F73-553C4DFFB94A}"/>
              </a:ext>
            </a:extLst>
          </p:cNvPr>
          <p:cNvCxnSpPr/>
          <p:nvPr/>
        </p:nvCxnSpPr>
        <p:spPr>
          <a:xfrm flipV="1">
            <a:off x="9733738" y="4157869"/>
            <a:ext cx="0" cy="2719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Conexão: Ângulo Reto 138">
            <a:extLst>
              <a:ext uri="{FF2B5EF4-FFF2-40B4-BE49-F238E27FC236}">
                <a16:creationId xmlns:a16="http://schemas.microsoft.com/office/drawing/2014/main" id="{AD1D0548-ACB5-4A2B-A363-F0EC2E5A2808}"/>
              </a:ext>
            </a:extLst>
          </p:cNvPr>
          <p:cNvCxnSpPr>
            <a:cxnSpLocks/>
          </p:cNvCxnSpPr>
          <p:nvPr/>
        </p:nvCxnSpPr>
        <p:spPr>
          <a:xfrm rot="10800000">
            <a:off x="6255029" y="4266472"/>
            <a:ext cx="3611237" cy="474351"/>
          </a:xfrm>
          <a:prstGeom prst="bentConnector3">
            <a:avLst>
              <a:gd name="adj1" fmla="val 9990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Conexão reta 143">
            <a:extLst>
              <a:ext uri="{FF2B5EF4-FFF2-40B4-BE49-F238E27FC236}">
                <a16:creationId xmlns:a16="http://schemas.microsoft.com/office/drawing/2014/main" id="{61BFC07E-256C-4F5E-9E24-30E1DB0A6D42}"/>
              </a:ext>
            </a:extLst>
          </p:cNvPr>
          <p:cNvCxnSpPr>
            <a:cxnSpLocks/>
          </p:cNvCxnSpPr>
          <p:nvPr/>
        </p:nvCxnSpPr>
        <p:spPr>
          <a:xfrm flipV="1">
            <a:off x="9866266" y="4157869"/>
            <a:ext cx="0" cy="5829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Conexão: Ângulo Reto 146">
            <a:extLst>
              <a:ext uri="{FF2B5EF4-FFF2-40B4-BE49-F238E27FC236}">
                <a16:creationId xmlns:a16="http://schemas.microsoft.com/office/drawing/2014/main" id="{C05CAC97-133B-4308-A764-A3DD95D699DC}"/>
              </a:ext>
            </a:extLst>
          </p:cNvPr>
          <p:cNvCxnSpPr>
            <a:cxnSpLocks/>
          </p:cNvCxnSpPr>
          <p:nvPr/>
        </p:nvCxnSpPr>
        <p:spPr>
          <a:xfrm>
            <a:off x="1649252" y="2340149"/>
            <a:ext cx="4128697" cy="295811"/>
          </a:xfrm>
          <a:prstGeom prst="bentConnector3">
            <a:avLst>
              <a:gd name="adj1" fmla="val 9975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exão: Ângulo Reto 152">
            <a:extLst>
              <a:ext uri="{FF2B5EF4-FFF2-40B4-BE49-F238E27FC236}">
                <a16:creationId xmlns:a16="http://schemas.microsoft.com/office/drawing/2014/main" id="{C8EF1FD7-2B69-46CA-8F3D-65AA85CF1DF1}"/>
              </a:ext>
            </a:extLst>
          </p:cNvPr>
          <p:cNvCxnSpPr>
            <a:cxnSpLocks/>
          </p:cNvCxnSpPr>
          <p:nvPr/>
        </p:nvCxnSpPr>
        <p:spPr>
          <a:xfrm>
            <a:off x="1551174" y="2066623"/>
            <a:ext cx="4286412" cy="543624"/>
          </a:xfrm>
          <a:prstGeom prst="bentConnector3">
            <a:avLst>
              <a:gd name="adj1" fmla="val 10008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Conexão reta 157">
            <a:extLst>
              <a:ext uri="{FF2B5EF4-FFF2-40B4-BE49-F238E27FC236}">
                <a16:creationId xmlns:a16="http://schemas.microsoft.com/office/drawing/2014/main" id="{73FE2CBF-1231-447B-8D1C-877749259E6D}"/>
              </a:ext>
            </a:extLst>
          </p:cNvPr>
          <p:cNvCxnSpPr/>
          <p:nvPr/>
        </p:nvCxnSpPr>
        <p:spPr>
          <a:xfrm>
            <a:off x="1551174" y="2066623"/>
            <a:ext cx="0" cy="7811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CaixaDeTexto 158">
            <a:extLst>
              <a:ext uri="{FF2B5EF4-FFF2-40B4-BE49-F238E27FC236}">
                <a16:creationId xmlns:a16="http://schemas.microsoft.com/office/drawing/2014/main" id="{69C79D71-B64B-4F7A-94C4-8A79EF2CB5C6}"/>
              </a:ext>
            </a:extLst>
          </p:cNvPr>
          <p:cNvSpPr txBox="1"/>
          <p:nvPr/>
        </p:nvSpPr>
        <p:spPr>
          <a:xfrm>
            <a:off x="2425804" y="3774126"/>
            <a:ext cx="3113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J – Classificar rating do trilho</a:t>
            </a:r>
          </a:p>
        </p:txBody>
      </p:sp>
      <p:cxnSp>
        <p:nvCxnSpPr>
          <p:cNvPr id="161" name="Conexão reta unidirecional 160">
            <a:extLst>
              <a:ext uri="{FF2B5EF4-FFF2-40B4-BE49-F238E27FC236}">
                <a16:creationId xmlns:a16="http://schemas.microsoft.com/office/drawing/2014/main" id="{049CD4A2-7C67-40D5-AE60-5133E9FD5D0C}"/>
              </a:ext>
            </a:extLst>
          </p:cNvPr>
          <p:cNvCxnSpPr>
            <a:cxnSpLocks/>
          </p:cNvCxnSpPr>
          <p:nvPr/>
        </p:nvCxnSpPr>
        <p:spPr>
          <a:xfrm flipV="1">
            <a:off x="5546510" y="4197627"/>
            <a:ext cx="0" cy="6253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Conexão reta 163">
            <a:extLst>
              <a:ext uri="{FF2B5EF4-FFF2-40B4-BE49-F238E27FC236}">
                <a16:creationId xmlns:a16="http://schemas.microsoft.com/office/drawing/2014/main" id="{A832D484-B4DC-4394-B089-EAB48C1820F6}"/>
              </a:ext>
            </a:extLst>
          </p:cNvPr>
          <p:cNvCxnSpPr>
            <a:cxnSpLocks/>
          </p:cNvCxnSpPr>
          <p:nvPr/>
        </p:nvCxnSpPr>
        <p:spPr>
          <a:xfrm flipV="1">
            <a:off x="2120348" y="4820545"/>
            <a:ext cx="3418861" cy="156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Conexão reta 167">
            <a:extLst>
              <a:ext uri="{FF2B5EF4-FFF2-40B4-BE49-F238E27FC236}">
                <a16:creationId xmlns:a16="http://schemas.microsoft.com/office/drawing/2014/main" id="{1403E6DA-1BDC-47E7-80FB-7EC086DE5CE8}"/>
              </a:ext>
            </a:extLst>
          </p:cNvPr>
          <p:cNvCxnSpPr/>
          <p:nvPr/>
        </p:nvCxnSpPr>
        <p:spPr>
          <a:xfrm>
            <a:off x="2120348" y="4146273"/>
            <a:ext cx="0" cy="6899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CaixaDeTexto 168">
            <a:extLst>
              <a:ext uri="{FF2B5EF4-FFF2-40B4-BE49-F238E27FC236}">
                <a16:creationId xmlns:a16="http://schemas.microsoft.com/office/drawing/2014/main" id="{43D316C1-E6E9-4E94-8EA3-29FDBE09761F}"/>
              </a:ext>
            </a:extLst>
          </p:cNvPr>
          <p:cNvSpPr txBox="1"/>
          <p:nvPr/>
        </p:nvSpPr>
        <p:spPr>
          <a:xfrm>
            <a:off x="2775712" y="4523545"/>
            <a:ext cx="2450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L - Contactar a empresa</a:t>
            </a:r>
          </a:p>
        </p:txBody>
      </p:sp>
      <p:cxnSp>
        <p:nvCxnSpPr>
          <p:cNvPr id="171" name="Conexão: Ângulo Reto 170">
            <a:extLst>
              <a:ext uri="{FF2B5EF4-FFF2-40B4-BE49-F238E27FC236}">
                <a16:creationId xmlns:a16="http://schemas.microsoft.com/office/drawing/2014/main" id="{CE61FD52-3468-4F3B-A322-84770FB64CD4}"/>
              </a:ext>
            </a:extLst>
          </p:cNvPr>
          <p:cNvCxnSpPr>
            <a:cxnSpLocks/>
          </p:cNvCxnSpPr>
          <p:nvPr/>
        </p:nvCxnSpPr>
        <p:spPr>
          <a:xfrm rot="10800000">
            <a:off x="6102809" y="4293847"/>
            <a:ext cx="3969594" cy="890772"/>
          </a:xfrm>
          <a:prstGeom prst="bentConnector3">
            <a:avLst>
              <a:gd name="adj1" fmla="val 9974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Conexão reta 174">
            <a:extLst>
              <a:ext uri="{FF2B5EF4-FFF2-40B4-BE49-F238E27FC236}">
                <a16:creationId xmlns:a16="http://schemas.microsoft.com/office/drawing/2014/main" id="{6F0E15D3-B070-4640-84ED-BE9970C44BD6}"/>
              </a:ext>
            </a:extLst>
          </p:cNvPr>
          <p:cNvCxnSpPr>
            <a:cxnSpLocks/>
          </p:cNvCxnSpPr>
          <p:nvPr/>
        </p:nvCxnSpPr>
        <p:spPr>
          <a:xfrm flipV="1">
            <a:off x="10085396" y="4135247"/>
            <a:ext cx="0" cy="10493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CaixaDeTexto 178">
            <a:extLst>
              <a:ext uri="{FF2B5EF4-FFF2-40B4-BE49-F238E27FC236}">
                <a16:creationId xmlns:a16="http://schemas.microsoft.com/office/drawing/2014/main" id="{7D7EF842-8221-41D8-AF8A-22A695826540}"/>
              </a:ext>
            </a:extLst>
          </p:cNvPr>
          <p:cNvSpPr txBox="1"/>
          <p:nvPr/>
        </p:nvSpPr>
        <p:spPr>
          <a:xfrm>
            <a:off x="7215355" y="4810855"/>
            <a:ext cx="28035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S - Criação de tópicos</a:t>
            </a:r>
            <a:br>
              <a:rPr lang="pt-PT" dirty="0"/>
            </a:br>
            <a:endParaRPr lang="pt-PT" dirty="0"/>
          </a:p>
        </p:txBody>
      </p:sp>
      <p:cxnSp>
        <p:nvCxnSpPr>
          <p:cNvPr id="181" name="Conexão: Ângulo Reto 180">
            <a:extLst>
              <a:ext uri="{FF2B5EF4-FFF2-40B4-BE49-F238E27FC236}">
                <a16:creationId xmlns:a16="http://schemas.microsoft.com/office/drawing/2014/main" id="{33F3611A-6480-4B3F-8918-230A480B330C}"/>
              </a:ext>
            </a:extLst>
          </p:cNvPr>
          <p:cNvCxnSpPr>
            <a:cxnSpLocks/>
            <a:endCxn id="4" idx="4"/>
          </p:cNvCxnSpPr>
          <p:nvPr/>
        </p:nvCxnSpPr>
        <p:spPr>
          <a:xfrm rot="10800000">
            <a:off x="5983358" y="4306957"/>
            <a:ext cx="4321169" cy="123403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Conexão: Ângulo Reto 184">
            <a:extLst>
              <a:ext uri="{FF2B5EF4-FFF2-40B4-BE49-F238E27FC236}">
                <a16:creationId xmlns:a16="http://schemas.microsoft.com/office/drawing/2014/main" id="{8B35C86E-77E1-4163-8A70-1F3827F2EDEC}"/>
              </a:ext>
            </a:extLst>
          </p:cNvPr>
          <p:cNvCxnSpPr>
            <a:cxnSpLocks/>
          </p:cNvCxnSpPr>
          <p:nvPr/>
        </p:nvCxnSpPr>
        <p:spPr>
          <a:xfrm rot="10800000">
            <a:off x="5890594" y="4293706"/>
            <a:ext cx="4665994" cy="1706365"/>
          </a:xfrm>
          <a:prstGeom prst="bentConnector3">
            <a:avLst>
              <a:gd name="adj1" fmla="val 9998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Conexão reta 188">
            <a:extLst>
              <a:ext uri="{FF2B5EF4-FFF2-40B4-BE49-F238E27FC236}">
                <a16:creationId xmlns:a16="http://schemas.microsoft.com/office/drawing/2014/main" id="{36D8DBA5-6647-4920-A6B7-D00B833FA2BB}"/>
              </a:ext>
            </a:extLst>
          </p:cNvPr>
          <p:cNvCxnSpPr/>
          <p:nvPr/>
        </p:nvCxnSpPr>
        <p:spPr>
          <a:xfrm flipV="1">
            <a:off x="10304527" y="4146273"/>
            <a:ext cx="0" cy="13947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Conexão reta 190">
            <a:extLst>
              <a:ext uri="{FF2B5EF4-FFF2-40B4-BE49-F238E27FC236}">
                <a16:creationId xmlns:a16="http://schemas.microsoft.com/office/drawing/2014/main" id="{DA03B1CB-36B3-4C89-BA52-3CA43FC44F05}"/>
              </a:ext>
            </a:extLst>
          </p:cNvPr>
          <p:cNvCxnSpPr/>
          <p:nvPr/>
        </p:nvCxnSpPr>
        <p:spPr>
          <a:xfrm flipV="1">
            <a:off x="10556588" y="4157869"/>
            <a:ext cx="0" cy="18422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CaixaDeTexto 191">
            <a:extLst>
              <a:ext uri="{FF2B5EF4-FFF2-40B4-BE49-F238E27FC236}">
                <a16:creationId xmlns:a16="http://schemas.microsoft.com/office/drawing/2014/main" id="{A65C3FB6-C488-4174-A179-EEB85DC88DD1}"/>
              </a:ext>
            </a:extLst>
          </p:cNvPr>
          <p:cNvSpPr txBox="1"/>
          <p:nvPr/>
        </p:nvSpPr>
        <p:spPr>
          <a:xfrm>
            <a:off x="7491243" y="5221723"/>
            <a:ext cx="17532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T - Editar tópicos</a:t>
            </a:r>
          </a:p>
        </p:txBody>
      </p:sp>
      <p:sp>
        <p:nvSpPr>
          <p:cNvPr id="193" name="CaixaDeTexto 192">
            <a:extLst>
              <a:ext uri="{FF2B5EF4-FFF2-40B4-BE49-F238E27FC236}">
                <a16:creationId xmlns:a16="http://schemas.microsoft.com/office/drawing/2014/main" id="{DC678601-B0CE-4832-99B2-C2569530F7B8}"/>
              </a:ext>
            </a:extLst>
          </p:cNvPr>
          <p:cNvSpPr txBox="1"/>
          <p:nvPr/>
        </p:nvSpPr>
        <p:spPr>
          <a:xfrm>
            <a:off x="7482120" y="5684747"/>
            <a:ext cx="2007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U - Eliminar tópicos</a:t>
            </a:r>
          </a:p>
        </p:txBody>
      </p:sp>
      <p:cxnSp>
        <p:nvCxnSpPr>
          <p:cNvPr id="195" name="Conexão: Ângulo Reto 194">
            <a:extLst>
              <a:ext uri="{FF2B5EF4-FFF2-40B4-BE49-F238E27FC236}">
                <a16:creationId xmlns:a16="http://schemas.microsoft.com/office/drawing/2014/main" id="{B6F8A194-1F58-4D6F-A5EE-68F313775144}"/>
              </a:ext>
            </a:extLst>
          </p:cNvPr>
          <p:cNvCxnSpPr>
            <a:cxnSpLocks/>
          </p:cNvCxnSpPr>
          <p:nvPr/>
        </p:nvCxnSpPr>
        <p:spPr>
          <a:xfrm rot="10800000">
            <a:off x="5784579" y="4291184"/>
            <a:ext cx="4845956" cy="2078928"/>
          </a:xfrm>
          <a:prstGeom prst="bentConnector3">
            <a:avLst>
              <a:gd name="adj1" fmla="val 10004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Conexão reta 198">
            <a:extLst>
              <a:ext uri="{FF2B5EF4-FFF2-40B4-BE49-F238E27FC236}">
                <a16:creationId xmlns:a16="http://schemas.microsoft.com/office/drawing/2014/main" id="{29F7E991-B77D-45F3-97E3-63D1135F1BA8}"/>
              </a:ext>
            </a:extLst>
          </p:cNvPr>
          <p:cNvCxnSpPr/>
          <p:nvPr/>
        </p:nvCxnSpPr>
        <p:spPr>
          <a:xfrm flipV="1">
            <a:off x="10630535" y="4157869"/>
            <a:ext cx="0" cy="22122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Conexão: Ângulo Reto 200">
            <a:extLst>
              <a:ext uri="{FF2B5EF4-FFF2-40B4-BE49-F238E27FC236}">
                <a16:creationId xmlns:a16="http://schemas.microsoft.com/office/drawing/2014/main" id="{D3F9DB82-16A5-4170-AA29-EDCA83630B4B}"/>
              </a:ext>
            </a:extLst>
          </p:cNvPr>
          <p:cNvCxnSpPr>
            <a:cxnSpLocks/>
          </p:cNvCxnSpPr>
          <p:nvPr/>
        </p:nvCxnSpPr>
        <p:spPr>
          <a:xfrm rot="10800000">
            <a:off x="5711689" y="4266423"/>
            <a:ext cx="5023894" cy="2425146"/>
          </a:xfrm>
          <a:prstGeom prst="bentConnector3">
            <a:avLst>
              <a:gd name="adj1" fmla="val 10011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CaixaDeTexto 208">
            <a:extLst>
              <a:ext uri="{FF2B5EF4-FFF2-40B4-BE49-F238E27FC236}">
                <a16:creationId xmlns:a16="http://schemas.microsoft.com/office/drawing/2014/main" id="{2BE65554-7DAA-4CEC-8E01-3DF7D4BD149A}"/>
              </a:ext>
            </a:extLst>
          </p:cNvPr>
          <p:cNvSpPr txBox="1"/>
          <p:nvPr/>
        </p:nvSpPr>
        <p:spPr>
          <a:xfrm>
            <a:off x="7447043" y="6042684"/>
            <a:ext cx="2465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V - Aceder a tópicos</a:t>
            </a:r>
          </a:p>
        </p:txBody>
      </p:sp>
      <p:sp>
        <p:nvSpPr>
          <p:cNvPr id="210" name="CaixaDeTexto 209">
            <a:extLst>
              <a:ext uri="{FF2B5EF4-FFF2-40B4-BE49-F238E27FC236}">
                <a16:creationId xmlns:a16="http://schemas.microsoft.com/office/drawing/2014/main" id="{E576BBAD-E82F-4F7E-87AE-35C73DCD0F2C}"/>
              </a:ext>
            </a:extLst>
          </p:cNvPr>
          <p:cNvSpPr txBox="1"/>
          <p:nvPr/>
        </p:nvSpPr>
        <p:spPr>
          <a:xfrm flipH="1">
            <a:off x="7215355" y="6360120"/>
            <a:ext cx="3614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W - Comentar em tópicos</a:t>
            </a:r>
          </a:p>
        </p:txBody>
      </p:sp>
      <p:cxnSp>
        <p:nvCxnSpPr>
          <p:cNvPr id="212" name="Conexão reta 211">
            <a:extLst>
              <a:ext uri="{FF2B5EF4-FFF2-40B4-BE49-F238E27FC236}">
                <a16:creationId xmlns:a16="http://schemas.microsoft.com/office/drawing/2014/main" id="{E637FCD1-AB97-428D-87F1-64E24D6B41D0}"/>
              </a:ext>
            </a:extLst>
          </p:cNvPr>
          <p:cNvCxnSpPr/>
          <p:nvPr/>
        </p:nvCxnSpPr>
        <p:spPr>
          <a:xfrm flipV="1">
            <a:off x="10735583" y="4146273"/>
            <a:ext cx="0" cy="25460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exão reta 2">
            <a:extLst>
              <a:ext uri="{FF2B5EF4-FFF2-40B4-BE49-F238E27FC236}">
                <a16:creationId xmlns:a16="http://schemas.microsoft.com/office/drawing/2014/main" id="{5A573E65-16BC-473C-9E10-10B8A53E8329}"/>
              </a:ext>
            </a:extLst>
          </p:cNvPr>
          <p:cNvCxnSpPr>
            <a:cxnSpLocks/>
          </p:cNvCxnSpPr>
          <p:nvPr/>
        </p:nvCxnSpPr>
        <p:spPr>
          <a:xfrm flipV="1">
            <a:off x="5957037" y="1643270"/>
            <a:ext cx="0" cy="9872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xão reta 8">
            <a:extLst>
              <a:ext uri="{FF2B5EF4-FFF2-40B4-BE49-F238E27FC236}">
                <a16:creationId xmlns:a16="http://schemas.microsoft.com/office/drawing/2014/main" id="{F331DE44-18FA-469A-B355-6382D79D46AE}"/>
              </a:ext>
            </a:extLst>
          </p:cNvPr>
          <p:cNvCxnSpPr>
            <a:cxnSpLocks/>
          </p:cNvCxnSpPr>
          <p:nvPr/>
        </p:nvCxnSpPr>
        <p:spPr>
          <a:xfrm flipH="1">
            <a:off x="1431235" y="1643270"/>
            <a:ext cx="45258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xão reta unidirecional 13">
            <a:extLst>
              <a:ext uri="{FF2B5EF4-FFF2-40B4-BE49-F238E27FC236}">
                <a16:creationId xmlns:a16="http://schemas.microsoft.com/office/drawing/2014/main" id="{4EBE79DD-494C-4F43-9759-916006046987}"/>
              </a:ext>
            </a:extLst>
          </p:cNvPr>
          <p:cNvCxnSpPr/>
          <p:nvPr/>
        </p:nvCxnSpPr>
        <p:spPr>
          <a:xfrm>
            <a:off x="1431235" y="1643270"/>
            <a:ext cx="0" cy="12045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97B8CB8-1958-4BC1-BA23-F0206ED41B5B}"/>
              </a:ext>
            </a:extLst>
          </p:cNvPr>
          <p:cNvSpPr txBox="1"/>
          <p:nvPr/>
        </p:nvSpPr>
        <p:spPr>
          <a:xfrm>
            <a:off x="2988285" y="1283064"/>
            <a:ext cx="1929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C - Envio de Fatura</a:t>
            </a:r>
          </a:p>
        </p:txBody>
      </p:sp>
      <p:cxnSp>
        <p:nvCxnSpPr>
          <p:cNvPr id="17" name="Conexão reta 16">
            <a:extLst>
              <a:ext uri="{FF2B5EF4-FFF2-40B4-BE49-F238E27FC236}">
                <a16:creationId xmlns:a16="http://schemas.microsoft.com/office/drawing/2014/main" id="{27289A4A-C3EA-4F41-9731-03705F4EFCB8}"/>
              </a:ext>
            </a:extLst>
          </p:cNvPr>
          <p:cNvCxnSpPr>
            <a:cxnSpLocks/>
          </p:cNvCxnSpPr>
          <p:nvPr/>
        </p:nvCxnSpPr>
        <p:spPr>
          <a:xfrm flipV="1">
            <a:off x="6049801" y="1126435"/>
            <a:ext cx="0" cy="14709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xão reta 19">
            <a:extLst>
              <a:ext uri="{FF2B5EF4-FFF2-40B4-BE49-F238E27FC236}">
                <a16:creationId xmlns:a16="http://schemas.microsoft.com/office/drawing/2014/main" id="{D24298C2-A9F2-4B02-8C52-04B189DC1967}"/>
              </a:ext>
            </a:extLst>
          </p:cNvPr>
          <p:cNvCxnSpPr/>
          <p:nvPr/>
        </p:nvCxnSpPr>
        <p:spPr>
          <a:xfrm flipH="1">
            <a:off x="1311965" y="1126435"/>
            <a:ext cx="47378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xão reta unidirecional 21">
            <a:extLst>
              <a:ext uri="{FF2B5EF4-FFF2-40B4-BE49-F238E27FC236}">
                <a16:creationId xmlns:a16="http://schemas.microsoft.com/office/drawing/2014/main" id="{A9488222-B2A5-43A9-ADF5-2A1D826BADEF}"/>
              </a:ext>
            </a:extLst>
          </p:cNvPr>
          <p:cNvCxnSpPr/>
          <p:nvPr/>
        </p:nvCxnSpPr>
        <p:spPr>
          <a:xfrm>
            <a:off x="1311965" y="1126435"/>
            <a:ext cx="0" cy="1721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7AD953F2-38E5-45B1-A973-28D17FFA63F0}"/>
              </a:ext>
            </a:extLst>
          </p:cNvPr>
          <p:cNvSpPr txBox="1"/>
          <p:nvPr/>
        </p:nvSpPr>
        <p:spPr>
          <a:xfrm flipH="1">
            <a:off x="3070639" y="749612"/>
            <a:ext cx="2641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B - Pedir dados</a:t>
            </a:r>
          </a:p>
        </p:txBody>
      </p:sp>
      <p:cxnSp>
        <p:nvCxnSpPr>
          <p:cNvPr id="27" name="Conexão reta 26">
            <a:extLst>
              <a:ext uri="{FF2B5EF4-FFF2-40B4-BE49-F238E27FC236}">
                <a16:creationId xmlns:a16="http://schemas.microsoft.com/office/drawing/2014/main" id="{46790CF1-D2F3-4953-BC9F-30AF407BCA72}"/>
              </a:ext>
            </a:extLst>
          </p:cNvPr>
          <p:cNvCxnSpPr/>
          <p:nvPr/>
        </p:nvCxnSpPr>
        <p:spPr>
          <a:xfrm flipV="1">
            <a:off x="6414770" y="2134329"/>
            <a:ext cx="0" cy="5426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xão reta 30">
            <a:extLst>
              <a:ext uri="{FF2B5EF4-FFF2-40B4-BE49-F238E27FC236}">
                <a16:creationId xmlns:a16="http://schemas.microsoft.com/office/drawing/2014/main" id="{D8E19CAA-B966-4FAE-8A9B-1B90C2B47EB9}"/>
              </a:ext>
            </a:extLst>
          </p:cNvPr>
          <p:cNvCxnSpPr>
            <a:cxnSpLocks/>
          </p:cNvCxnSpPr>
          <p:nvPr/>
        </p:nvCxnSpPr>
        <p:spPr>
          <a:xfrm>
            <a:off x="6414770" y="2134329"/>
            <a:ext cx="34978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xão reta unidirecional 35">
            <a:extLst>
              <a:ext uri="{FF2B5EF4-FFF2-40B4-BE49-F238E27FC236}">
                <a16:creationId xmlns:a16="http://schemas.microsoft.com/office/drawing/2014/main" id="{0C7700B5-2D35-4B82-A573-C18C4C96727D}"/>
              </a:ext>
            </a:extLst>
          </p:cNvPr>
          <p:cNvCxnSpPr/>
          <p:nvPr/>
        </p:nvCxnSpPr>
        <p:spPr>
          <a:xfrm>
            <a:off x="9912662" y="2134329"/>
            <a:ext cx="0" cy="7134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95A91CDD-943E-41F0-8165-E7C6D857D314}"/>
              </a:ext>
            </a:extLst>
          </p:cNvPr>
          <p:cNvSpPr txBox="1"/>
          <p:nvPr/>
        </p:nvSpPr>
        <p:spPr>
          <a:xfrm>
            <a:off x="7397836" y="1748208"/>
            <a:ext cx="1980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B - Pedir dados</a:t>
            </a:r>
          </a:p>
        </p:txBody>
      </p:sp>
      <p:cxnSp>
        <p:nvCxnSpPr>
          <p:cNvPr id="44" name="Conexão reta 43">
            <a:extLst>
              <a:ext uri="{FF2B5EF4-FFF2-40B4-BE49-F238E27FC236}">
                <a16:creationId xmlns:a16="http://schemas.microsoft.com/office/drawing/2014/main" id="{11B65AD3-4EB5-471A-AE02-ED34E9D26C3F}"/>
              </a:ext>
            </a:extLst>
          </p:cNvPr>
          <p:cNvCxnSpPr/>
          <p:nvPr/>
        </p:nvCxnSpPr>
        <p:spPr>
          <a:xfrm flipV="1">
            <a:off x="6129313" y="596347"/>
            <a:ext cx="0" cy="20404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xão reta 46">
            <a:extLst>
              <a:ext uri="{FF2B5EF4-FFF2-40B4-BE49-F238E27FC236}">
                <a16:creationId xmlns:a16="http://schemas.microsoft.com/office/drawing/2014/main" id="{EC62B6D6-042E-435D-98C8-888D0470B96A}"/>
              </a:ext>
            </a:extLst>
          </p:cNvPr>
          <p:cNvCxnSpPr/>
          <p:nvPr/>
        </p:nvCxnSpPr>
        <p:spPr>
          <a:xfrm flipH="1">
            <a:off x="1179443" y="596347"/>
            <a:ext cx="49498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xão reta unidirecional 48">
            <a:extLst>
              <a:ext uri="{FF2B5EF4-FFF2-40B4-BE49-F238E27FC236}">
                <a16:creationId xmlns:a16="http://schemas.microsoft.com/office/drawing/2014/main" id="{BC932D78-4F7A-45EE-8797-37DA2B7170D4}"/>
              </a:ext>
            </a:extLst>
          </p:cNvPr>
          <p:cNvCxnSpPr/>
          <p:nvPr/>
        </p:nvCxnSpPr>
        <p:spPr>
          <a:xfrm>
            <a:off x="1179443" y="596347"/>
            <a:ext cx="0" cy="22396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E490E2DD-A935-43B4-9F62-D5E5E1211A4F}"/>
              </a:ext>
            </a:extLst>
          </p:cNvPr>
          <p:cNvSpPr txBox="1"/>
          <p:nvPr/>
        </p:nvSpPr>
        <p:spPr>
          <a:xfrm>
            <a:off x="3125913" y="200122"/>
            <a:ext cx="2364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A - Pedir login</a:t>
            </a:r>
          </a:p>
        </p:txBody>
      </p:sp>
      <p:cxnSp>
        <p:nvCxnSpPr>
          <p:cNvPr id="54" name="Conexão reta 53">
            <a:extLst>
              <a:ext uri="{FF2B5EF4-FFF2-40B4-BE49-F238E27FC236}">
                <a16:creationId xmlns:a16="http://schemas.microsoft.com/office/drawing/2014/main" id="{86483814-6505-40A7-8291-B39839272323}"/>
              </a:ext>
            </a:extLst>
          </p:cNvPr>
          <p:cNvCxnSpPr>
            <a:cxnSpLocks/>
          </p:cNvCxnSpPr>
          <p:nvPr/>
        </p:nvCxnSpPr>
        <p:spPr>
          <a:xfrm flipV="1">
            <a:off x="6347793" y="1616549"/>
            <a:ext cx="0" cy="11029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xão reta 58">
            <a:extLst>
              <a:ext uri="{FF2B5EF4-FFF2-40B4-BE49-F238E27FC236}">
                <a16:creationId xmlns:a16="http://schemas.microsoft.com/office/drawing/2014/main" id="{D422EB29-F7A9-4B40-9788-95CBB818AB3B}"/>
              </a:ext>
            </a:extLst>
          </p:cNvPr>
          <p:cNvCxnSpPr/>
          <p:nvPr/>
        </p:nvCxnSpPr>
        <p:spPr>
          <a:xfrm>
            <a:off x="6347793" y="1616549"/>
            <a:ext cx="3671084" cy="267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xão reta unidirecional 67">
            <a:extLst>
              <a:ext uri="{FF2B5EF4-FFF2-40B4-BE49-F238E27FC236}">
                <a16:creationId xmlns:a16="http://schemas.microsoft.com/office/drawing/2014/main" id="{717B9A98-831D-4384-AA72-EC24FCC3CBCD}"/>
              </a:ext>
            </a:extLst>
          </p:cNvPr>
          <p:cNvCxnSpPr/>
          <p:nvPr/>
        </p:nvCxnSpPr>
        <p:spPr>
          <a:xfrm>
            <a:off x="10018877" y="1660086"/>
            <a:ext cx="0" cy="1178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11AA367A-D4A7-4326-AAA7-2948199E9B4B}"/>
              </a:ext>
            </a:extLst>
          </p:cNvPr>
          <p:cNvSpPr txBox="1"/>
          <p:nvPr/>
        </p:nvSpPr>
        <p:spPr>
          <a:xfrm>
            <a:off x="7437671" y="1230220"/>
            <a:ext cx="1728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A - Pedir login</a:t>
            </a:r>
          </a:p>
        </p:txBody>
      </p:sp>
      <p:sp>
        <p:nvSpPr>
          <p:cNvPr id="124" name="CaixaDeTexto 123">
            <a:extLst>
              <a:ext uri="{FF2B5EF4-FFF2-40B4-BE49-F238E27FC236}">
                <a16:creationId xmlns:a16="http://schemas.microsoft.com/office/drawing/2014/main" id="{295B58E3-F410-4C2A-B173-B31668C7DCE9}"/>
              </a:ext>
            </a:extLst>
          </p:cNvPr>
          <p:cNvSpPr txBox="1"/>
          <p:nvPr/>
        </p:nvSpPr>
        <p:spPr>
          <a:xfrm>
            <a:off x="2928967" y="4788315"/>
            <a:ext cx="2465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V - Aceder a tópicos</a:t>
            </a:r>
          </a:p>
        </p:txBody>
      </p:sp>
      <p:sp>
        <p:nvSpPr>
          <p:cNvPr id="125" name="CaixaDeTexto 124">
            <a:extLst>
              <a:ext uri="{FF2B5EF4-FFF2-40B4-BE49-F238E27FC236}">
                <a16:creationId xmlns:a16="http://schemas.microsoft.com/office/drawing/2014/main" id="{14A0ADE4-AC21-4708-ABC6-BCD4CAC9DC0F}"/>
              </a:ext>
            </a:extLst>
          </p:cNvPr>
          <p:cNvSpPr txBox="1"/>
          <p:nvPr/>
        </p:nvSpPr>
        <p:spPr>
          <a:xfrm flipH="1">
            <a:off x="2626942" y="5077616"/>
            <a:ext cx="3614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W - Comentar em tópicos</a:t>
            </a:r>
          </a:p>
        </p:txBody>
      </p:sp>
      <p:cxnSp>
        <p:nvCxnSpPr>
          <p:cNvPr id="7" name="Conexão reta 6">
            <a:extLst>
              <a:ext uri="{FF2B5EF4-FFF2-40B4-BE49-F238E27FC236}">
                <a16:creationId xmlns:a16="http://schemas.microsoft.com/office/drawing/2014/main" id="{43202B5E-2DB8-4F9F-A40E-6F4327CE7631}"/>
              </a:ext>
            </a:extLst>
          </p:cNvPr>
          <p:cNvCxnSpPr/>
          <p:nvPr/>
        </p:nvCxnSpPr>
        <p:spPr>
          <a:xfrm>
            <a:off x="1913206" y="4178572"/>
            <a:ext cx="0" cy="8990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xão reta 11">
            <a:extLst>
              <a:ext uri="{FF2B5EF4-FFF2-40B4-BE49-F238E27FC236}">
                <a16:creationId xmlns:a16="http://schemas.microsoft.com/office/drawing/2014/main" id="{F00F66AE-6BC9-4E64-82BF-705D37C52191}"/>
              </a:ext>
            </a:extLst>
          </p:cNvPr>
          <p:cNvCxnSpPr>
            <a:cxnSpLocks/>
          </p:cNvCxnSpPr>
          <p:nvPr/>
        </p:nvCxnSpPr>
        <p:spPr>
          <a:xfrm>
            <a:off x="1913206" y="5077616"/>
            <a:ext cx="3717383" cy="217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xão reta unidirecional 18">
            <a:extLst>
              <a:ext uri="{FF2B5EF4-FFF2-40B4-BE49-F238E27FC236}">
                <a16:creationId xmlns:a16="http://schemas.microsoft.com/office/drawing/2014/main" id="{FDEF9083-B5BA-48F7-A99A-AEB8C829CA07}"/>
              </a:ext>
            </a:extLst>
          </p:cNvPr>
          <p:cNvCxnSpPr/>
          <p:nvPr/>
        </p:nvCxnSpPr>
        <p:spPr>
          <a:xfrm flipV="1">
            <a:off x="5617595" y="4197627"/>
            <a:ext cx="0" cy="886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xão reta 28">
            <a:extLst>
              <a:ext uri="{FF2B5EF4-FFF2-40B4-BE49-F238E27FC236}">
                <a16:creationId xmlns:a16="http://schemas.microsoft.com/office/drawing/2014/main" id="{10BC48CB-2692-4D09-BAC3-FE2ACDB47975}"/>
              </a:ext>
            </a:extLst>
          </p:cNvPr>
          <p:cNvCxnSpPr>
            <a:stCxn id="5" idx="2"/>
          </p:cNvCxnSpPr>
          <p:nvPr/>
        </p:nvCxnSpPr>
        <p:spPr>
          <a:xfrm flipH="1">
            <a:off x="1742660" y="4161183"/>
            <a:ext cx="1" cy="12581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xão reta 34">
            <a:extLst>
              <a:ext uri="{FF2B5EF4-FFF2-40B4-BE49-F238E27FC236}">
                <a16:creationId xmlns:a16="http://schemas.microsoft.com/office/drawing/2014/main" id="{5A14E9D8-F51A-4F03-8227-34451AE6AB71}"/>
              </a:ext>
            </a:extLst>
          </p:cNvPr>
          <p:cNvCxnSpPr/>
          <p:nvPr/>
        </p:nvCxnSpPr>
        <p:spPr>
          <a:xfrm>
            <a:off x="1737377" y="5419311"/>
            <a:ext cx="3933097" cy="276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xão reta unidirecional 39">
            <a:extLst>
              <a:ext uri="{FF2B5EF4-FFF2-40B4-BE49-F238E27FC236}">
                <a16:creationId xmlns:a16="http://schemas.microsoft.com/office/drawing/2014/main" id="{4268EDC1-6F22-4760-A188-5DE5BB91C10E}"/>
              </a:ext>
            </a:extLst>
          </p:cNvPr>
          <p:cNvCxnSpPr/>
          <p:nvPr/>
        </p:nvCxnSpPr>
        <p:spPr>
          <a:xfrm flipV="1">
            <a:off x="5670474" y="4266423"/>
            <a:ext cx="0" cy="1180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4190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345B6B-0CEF-42A4-BDD8-825E4B506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7FF9CB1-AC3B-401D-9C83-169ED8B319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769" t="22550" r="10231" b="11571"/>
          <a:stretch/>
        </p:blipFill>
        <p:spPr>
          <a:xfrm>
            <a:off x="3263705" y="1547446"/>
            <a:ext cx="7680960" cy="4515730"/>
          </a:xfrm>
          <a:prstGeom prst="rect">
            <a:avLst/>
          </a:prstGeom>
        </p:spPr>
      </p:pic>
      <p:sp>
        <p:nvSpPr>
          <p:cNvPr id="7" name="Marcador de Posição de Conteúdo 6">
            <a:extLst>
              <a:ext uri="{FF2B5EF4-FFF2-40B4-BE49-F238E27FC236}">
                <a16:creationId xmlns:a16="http://schemas.microsoft.com/office/drawing/2014/main" id="{6478272F-93FF-469F-B1E8-DA25D15BA8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30568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Posição de Conteúdo 4">
            <a:extLst>
              <a:ext uri="{FF2B5EF4-FFF2-40B4-BE49-F238E27FC236}">
                <a16:creationId xmlns:a16="http://schemas.microsoft.com/office/drawing/2014/main" id="{94B76270-6A55-4368-9154-AB2FE35D50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978" y="317233"/>
            <a:ext cx="3616570" cy="6225591"/>
          </a:xfr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A122C84E-D303-4E17-906D-F434924F3C09}"/>
              </a:ext>
            </a:extLst>
          </p:cNvPr>
          <p:cNvSpPr/>
          <p:nvPr/>
        </p:nvSpPr>
        <p:spPr>
          <a:xfrm>
            <a:off x="728871" y="1280160"/>
            <a:ext cx="2597426" cy="4564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84AB272C-98CC-4492-A52E-18D33345AB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661" y="1389619"/>
            <a:ext cx="2238036" cy="2238036"/>
          </a:xfrm>
          <a:prstGeom prst="rect">
            <a:avLst/>
          </a:prstGeom>
        </p:spPr>
      </p:pic>
      <p:sp>
        <p:nvSpPr>
          <p:cNvPr id="17" name="Retângulo 16">
            <a:extLst>
              <a:ext uri="{FF2B5EF4-FFF2-40B4-BE49-F238E27FC236}">
                <a16:creationId xmlns:a16="http://schemas.microsoft.com/office/drawing/2014/main" id="{3188D921-D355-44BA-9256-18189214FB85}"/>
              </a:ext>
            </a:extLst>
          </p:cNvPr>
          <p:cNvSpPr/>
          <p:nvPr/>
        </p:nvSpPr>
        <p:spPr>
          <a:xfrm>
            <a:off x="906322" y="3243214"/>
            <a:ext cx="1400351" cy="2951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100" dirty="0">
                <a:solidFill>
                  <a:schemeClr val="accent1">
                    <a:lumMod val="50000"/>
                  </a:schemeClr>
                </a:solidFill>
              </a:rPr>
              <a:t>Nome de utilizador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6904F947-FEE2-4C68-B979-3DC0CFBC4400}"/>
              </a:ext>
            </a:extLst>
          </p:cNvPr>
          <p:cNvSpPr/>
          <p:nvPr/>
        </p:nvSpPr>
        <p:spPr>
          <a:xfrm>
            <a:off x="1044677" y="3564836"/>
            <a:ext cx="2012752" cy="3180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29540E2B-A735-414E-B27B-AEA8AE19DF57}"/>
              </a:ext>
            </a:extLst>
          </p:cNvPr>
          <p:cNvSpPr/>
          <p:nvPr/>
        </p:nvSpPr>
        <p:spPr>
          <a:xfrm>
            <a:off x="1051303" y="4313588"/>
            <a:ext cx="2012752" cy="3180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C3D216D9-A217-4F28-875A-CA048F97904C}"/>
              </a:ext>
            </a:extLst>
          </p:cNvPr>
          <p:cNvSpPr/>
          <p:nvPr/>
        </p:nvSpPr>
        <p:spPr>
          <a:xfrm>
            <a:off x="735499" y="3991965"/>
            <a:ext cx="1400351" cy="2951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100" dirty="0">
                <a:solidFill>
                  <a:schemeClr val="accent1">
                    <a:lumMod val="50000"/>
                  </a:schemeClr>
                </a:solidFill>
              </a:rPr>
              <a:t>Palavra-passe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4CF3AE69-B412-44D1-86F2-3AACA6265F9E}"/>
              </a:ext>
            </a:extLst>
          </p:cNvPr>
          <p:cNvSpPr/>
          <p:nvPr/>
        </p:nvSpPr>
        <p:spPr>
          <a:xfrm>
            <a:off x="847691" y="5391852"/>
            <a:ext cx="2419975" cy="4373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100" dirty="0">
                <a:solidFill>
                  <a:schemeClr val="accent1">
                    <a:lumMod val="50000"/>
                  </a:schemeClr>
                </a:solidFill>
              </a:rPr>
              <a:t>Esqueceu-se do e-mail/palavra passe ?</a:t>
            </a:r>
          </a:p>
        </p:txBody>
      </p:sp>
      <p:pic>
        <p:nvPicPr>
          <p:cNvPr id="8" name="Marcador de Posição de Conteúdo 4">
            <a:extLst>
              <a:ext uri="{FF2B5EF4-FFF2-40B4-BE49-F238E27FC236}">
                <a16:creationId xmlns:a16="http://schemas.microsoft.com/office/drawing/2014/main" id="{EC7E1997-76B2-412D-AE5C-68A8F8774E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9841" y="286749"/>
            <a:ext cx="3616570" cy="6225591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C4CE7E9A-C93C-4883-AFDC-909398E5C1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6242" y="2169988"/>
            <a:ext cx="2545205" cy="3598075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14ED81D0-9F5E-4132-8E53-2BD56D7167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92612">
            <a:off x="4679491" y="1868021"/>
            <a:ext cx="755242" cy="1067661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712C4DE9-897D-4063-A431-FDC93C4A1E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59722">
            <a:off x="6098984" y="2087174"/>
            <a:ext cx="397064" cy="561317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CC38FAB9-5B2B-4206-9F00-995B81C671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1047" y="2087175"/>
            <a:ext cx="397064" cy="561317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C31D600E-3CB9-47AF-8939-7C948764E0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12358">
            <a:off x="6579390" y="2378668"/>
            <a:ext cx="397064" cy="561317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6B4310D1-75EB-4F67-8025-AB86E11DCF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92612">
            <a:off x="4679491" y="1868020"/>
            <a:ext cx="755242" cy="1067661"/>
          </a:xfrm>
          <a:prstGeom prst="rect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74301B63-C913-460D-BB14-0F470A0584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59722">
            <a:off x="6098984" y="2087173"/>
            <a:ext cx="397064" cy="561317"/>
          </a:xfrm>
          <a:prstGeom prst="rect">
            <a:avLst/>
          </a:prstGeom>
        </p:spPr>
      </p:pic>
      <p:pic>
        <p:nvPicPr>
          <p:cNvPr id="33" name="Imagem 32">
            <a:extLst>
              <a:ext uri="{FF2B5EF4-FFF2-40B4-BE49-F238E27FC236}">
                <a16:creationId xmlns:a16="http://schemas.microsoft.com/office/drawing/2014/main" id="{E10F7CDE-635A-412A-8D9A-1DC3527208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1047" y="2087174"/>
            <a:ext cx="397064" cy="561317"/>
          </a:xfrm>
          <a:prstGeom prst="rect">
            <a:avLst/>
          </a:prstGeom>
        </p:spPr>
      </p:pic>
      <p:pic>
        <p:nvPicPr>
          <p:cNvPr id="35" name="Imagem 34">
            <a:extLst>
              <a:ext uri="{FF2B5EF4-FFF2-40B4-BE49-F238E27FC236}">
                <a16:creationId xmlns:a16="http://schemas.microsoft.com/office/drawing/2014/main" id="{1FE0DCA5-AE5F-4136-8F0E-66F453B371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6242" y="2085582"/>
            <a:ext cx="2545205" cy="3598075"/>
          </a:xfrm>
          <a:prstGeom prst="rect">
            <a:avLst/>
          </a:prstGeom>
        </p:spPr>
      </p:pic>
      <p:pic>
        <p:nvPicPr>
          <p:cNvPr id="36" name="Imagem 35">
            <a:extLst>
              <a:ext uri="{FF2B5EF4-FFF2-40B4-BE49-F238E27FC236}">
                <a16:creationId xmlns:a16="http://schemas.microsoft.com/office/drawing/2014/main" id="{BBEF0480-FEBA-4C02-B5E1-69378E5D9A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12358">
            <a:off x="6579390" y="2294262"/>
            <a:ext cx="397064" cy="561317"/>
          </a:xfrm>
          <a:prstGeom prst="rect">
            <a:avLst/>
          </a:prstGeom>
        </p:spPr>
      </p:pic>
      <p:pic>
        <p:nvPicPr>
          <p:cNvPr id="37" name="Imagem 36">
            <a:extLst>
              <a:ext uri="{FF2B5EF4-FFF2-40B4-BE49-F238E27FC236}">
                <a16:creationId xmlns:a16="http://schemas.microsoft.com/office/drawing/2014/main" id="{4D44C061-F678-4A86-8D43-7BC7D41072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92612">
            <a:off x="4663742" y="1744575"/>
            <a:ext cx="755242" cy="1067661"/>
          </a:xfrm>
          <a:prstGeom prst="rect">
            <a:avLst/>
          </a:prstGeom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26261DB0-FB17-4EEA-AFF1-49E5A4267B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59722">
            <a:off x="6098984" y="2002767"/>
            <a:ext cx="397064" cy="561317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B5AC6A0D-EF76-4A59-8BC4-74FC6602FE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1047" y="2002768"/>
            <a:ext cx="397064" cy="561317"/>
          </a:xfrm>
          <a:prstGeom prst="rect">
            <a:avLst/>
          </a:prstGeom>
        </p:spPr>
      </p:pic>
      <p:sp>
        <p:nvSpPr>
          <p:cNvPr id="46" name="CaixaDeTexto 45">
            <a:extLst>
              <a:ext uri="{FF2B5EF4-FFF2-40B4-BE49-F238E27FC236}">
                <a16:creationId xmlns:a16="http://schemas.microsoft.com/office/drawing/2014/main" id="{11AFA5EA-735E-4FC3-8129-1E716CB37E9B}"/>
              </a:ext>
            </a:extLst>
          </p:cNvPr>
          <p:cNvSpPr txBox="1"/>
          <p:nvPr/>
        </p:nvSpPr>
        <p:spPr>
          <a:xfrm>
            <a:off x="1740379" y="5084075"/>
            <a:ext cx="634597" cy="30777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pt-PT" sz="1400" dirty="0">
                <a:solidFill>
                  <a:schemeClr val="bg1"/>
                </a:solidFill>
              </a:rPr>
              <a:t>Entrar</a:t>
            </a:r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942537F5-1276-41FD-A204-D3C7D151CD52}"/>
              </a:ext>
            </a:extLst>
          </p:cNvPr>
          <p:cNvSpPr/>
          <p:nvPr/>
        </p:nvSpPr>
        <p:spPr>
          <a:xfrm>
            <a:off x="1192696" y="4757530"/>
            <a:ext cx="132521" cy="145774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8" name="Retângulo 47">
            <a:extLst>
              <a:ext uri="{FF2B5EF4-FFF2-40B4-BE49-F238E27FC236}">
                <a16:creationId xmlns:a16="http://schemas.microsoft.com/office/drawing/2014/main" id="{F595A4A4-C918-46F1-9094-1CE742510AE8}"/>
              </a:ext>
            </a:extLst>
          </p:cNvPr>
          <p:cNvSpPr/>
          <p:nvPr/>
        </p:nvSpPr>
        <p:spPr>
          <a:xfrm>
            <a:off x="1354756" y="4693237"/>
            <a:ext cx="921579" cy="2602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100" dirty="0">
                <a:solidFill>
                  <a:srgbClr val="002060"/>
                </a:solidFill>
              </a:rPr>
              <a:t>Lembrar-me</a:t>
            </a:r>
          </a:p>
        </p:txBody>
      </p:sp>
      <p:pic>
        <p:nvPicPr>
          <p:cNvPr id="51" name="Imagem 50">
            <a:extLst>
              <a:ext uri="{FF2B5EF4-FFF2-40B4-BE49-F238E27FC236}">
                <a16:creationId xmlns:a16="http://schemas.microsoft.com/office/drawing/2014/main" id="{940C70D0-4533-4C13-9E26-04EB32B361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345601">
            <a:off x="4706123" y="2016319"/>
            <a:ext cx="703024" cy="703024"/>
          </a:xfrm>
          <a:prstGeom prst="rect">
            <a:avLst/>
          </a:prstGeom>
        </p:spPr>
      </p:pic>
      <p:pic>
        <p:nvPicPr>
          <p:cNvPr id="53" name="Marcador de Posição de Conteúdo 5">
            <a:extLst>
              <a:ext uri="{FF2B5EF4-FFF2-40B4-BE49-F238E27FC236}">
                <a16:creationId xmlns:a16="http://schemas.microsoft.com/office/drawing/2014/main" id="{84A6FF70-BC9F-47E6-97BA-D0A6EE79EF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7099" y="2107232"/>
            <a:ext cx="410924" cy="410924"/>
          </a:xfrm>
          <a:prstGeom prst="rect">
            <a:avLst/>
          </a:prstGeom>
        </p:spPr>
      </p:pic>
      <p:pic>
        <p:nvPicPr>
          <p:cNvPr id="56" name="Imagem 55">
            <a:extLst>
              <a:ext uri="{FF2B5EF4-FFF2-40B4-BE49-F238E27FC236}">
                <a16:creationId xmlns:a16="http://schemas.microsoft.com/office/drawing/2014/main" id="{E311173B-5599-46B2-9AA9-D0F4B82839D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09372">
            <a:off x="6146774" y="2172629"/>
            <a:ext cx="304426" cy="304426"/>
          </a:xfrm>
          <a:prstGeom prst="rect">
            <a:avLst/>
          </a:prstGeom>
        </p:spPr>
      </p:pic>
      <p:pic>
        <p:nvPicPr>
          <p:cNvPr id="63" name="Imagem 62">
            <a:extLst>
              <a:ext uri="{FF2B5EF4-FFF2-40B4-BE49-F238E27FC236}">
                <a16:creationId xmlns:a16="http://schemas.microsoft.com/office/drawing/2014/main" id="{FDF7B2AF-4230-423B-B5C9-C588C325185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77357">
            <a:off x="6628846" y="2419524"/>
            <a:ext cx="291801" cy="291801"/>
          </a:xfrm>
          <a:prstGeom prst="rect">
            <a:avLst/>
          </a:prstGeom>
        </p:spPr>
      </p:pic>
      <p:sp>
        <p:nvSpPr>
          <p:cNvPr id="66" name="CaixaDeTexto 65">
            <a:extLst>
              <a:ext uri="{FF2B5EF4-FFF2-40B4-BE49-F238E27FC236}">
                <a16:creationId xmlns:a16="http://schemas.microsoft.com/office/drawing/2014/main" id="{1818D423-C270-4EB3-8863-860C27F1C6A4}"/>
              </a:ext>
            </a:extLst>
          </p:cNvPr>
          <p:cNvSpPr txBox="1"/>
          <p:nvPr/>
        </p:nvSpPr>
        <p:spPr>
          <a:xfrm flipH="1">
            <a:off x="4660617" y="4622188"/>
            <a:ext cx="2366348" cy="285927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pt-PT" sz="1200" dirty="0">
                <a:solidFill>
                  <a:schemeClr val="bg1"/>
                </a:solidFill>
              </a:rPr>
              <a:t>Todas as caminhadas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84A19B56-F1D6-4356-A122-1CA516DE67A0}"/>
              </a:ext>
            </a:extLst>
          </p:cNvPr>
          <p:cNvSpPr txBox="1"/>
          <p:nvPr/>
        </p:nvSpPr>
        <p:spPr>
          <a:xfrm>
            <a:off x="4660617" y="4967187"/>
            <a:ext cx="236634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PT" sz="1200" dirty="0">
                <a:solidFill>
                  <a:srgbClr val="002060"/>
                </a:solidFill>
              </a:rPr>
              <a:t>Caminhadas em que estou inscrito</a:t>
            </a:r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A4DC2412-B8EE-4170-B3BD-83D1D4BB4FEB}"/>
              </a:ext>
            </a:extLst>
          </p:cNvPr>
          <p:cNvSpPr txBox="1"/>
          <p:nvPr/>
        </p:nvSpPr>
        <p:spPr>
          <a:xfrm>
            <a:off x="4679344" y="5321032"/>
            <a:ext cx="2347621" cy="2794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PT" sz="1200" dirty="0">
                <a:solidFill>
                  <a:srgbClr val="002060"/>
                </a:solidFill>
              </a:rPr>
              <a:t>Caminhadas por inscrever</a:t>
            </a:r>
          </a:p>
        </p:txBody>
      </p:sp>
      <p:pic>
        <p:nvPicPr>
          <p:cNvPr id="71" name="Imagem 70">
            <a:extLst>
              <a:ext uri="{FF2B5EF4-FFF2-40B4-BE49-F238E27FC236}">
                <a16:creationId xmlns:a16="http://schemas.microsoft.com/office/drawing/2014/main" id="{EB7A7A43-C4D6-4D19-8FE7-1757CD9CBFC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3205" y="2953649"/>
            <a:ext cx="2179897" cy="1540426"/>
          </a:xfrm>
          <a:prstGeom prst="rect">
            <a:avLst/>
          </a:prstGeom>
        </p:spPr>
      </p:pic>
      <p:sp>
        <p:nvSpPr>
          <p:cNvPr id="72" name="Oval 71">
            <a:extLst>
              <a:ext uri="{FF2B5EF4-FFF2-40B4-BE49-F238E27FC236}">
                <a16:creationId xmlns:a16="http://schemas.microsoft.com/office/drawing/2014/main" id="{2DFEA09F-B443-4CC5-BE13-109A394B9ACB}"/>
              </a:ext>
            </a:extLst>
          </p:cNvPr>
          <p:cNvSpPr/>
          <p:nvPr/>
        </p:nvSpPr>
        <p:spPr>
          <a:xfrm>
            <a:off x="5761866" y="3430028"/>
            <a:ext cx="214166" cy="1976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522F328A-FA1B-41F8-9B0C-2FE14FFF0F90}"/>
              </a:ext>
            </a:extLst>
          </p:cNvPr>
          <p:cNvSpPr/>
          <p:nvPr/>
        </p:nvSpPr>
        <p:spPr>
          <a:xfrm>
            <a:off x="5476947" y="3701697"/>
            <a:ext cx="214166" cy="1976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455164B6-33BA-4ADF-8C64-7E9956A5A38C}"/>
              </a:ext>
            </a:extLst>
          </p:cNvPr>
          <p:cNvSpPr/>
          <p:nvPr/>
        </p:nvSpPr>
        <p:spPr>
          <a:xfrm>
            <a:off x="6046786" y="3913733"/>
            <a:ext cx="214166" cy="1976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22BAE712-4404-4D43-B7C3-1F442578A9D2}"/>
              </a:ext>
            </a:extLst>
          </p:cNvPr>
          <p:cNvSpPr/>
          <p:nvPr/>
        </p:nvSpPr>
        <p:spPr>
          <a:xfrm>
            <a:off x="5172141" y="3913731"/>
            <a:ext cx="214166" cy="1976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BFA1B27C-2511-466C-B096-88C012C1D65E}"/>
              </a:ext>
            </a:extLst>
          </p:cNvPr>
          <p:cNvSpPr/>
          <p:nvPr/>
        </p:nvSpPr>
        <p:spPr>
          <a:xfrm>
            <a:off x="6325082" y="3688445"/>
            <a:ext cx="214166" cy="1976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E382C38D-62E3-4174-B41C-193321CCAB5F}"/>
              </a:ext>
            </a:extLst>
          </p:cNvPr>
          <p:cNvSpPr/>
          <p:nvPr/>
        </p:nvSpPr>
        <p:spPr>
          <a:xfrm>
            <a:off x="6629884" y="3449907"/>
            <a:ext cx="214166" cy="1976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6CE071ED-9BCC-49C6-B20C-642533D58DD9}"/>
              </a:ext>
            </a:extLst>
          </p:cNvPr>
          <p:cNvSpPr/>
          <p:nvPr/>
        </p:nvSpPr>
        <p:spPr>
          <a:xfrm>
            <a:off x="6338334" y="3211369"/>
            <a:ext cx="214166" cy="1976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C67BEA62-B934-4740-93E7-4AF9E5946782}"/>
              </a:ext>
            </a:extLst>
          </p:cNvPr>
          <p:cNvSpPr/>
          <p:nvPr/>
        </p:nvSpPr>
        <p:spPr>
          <a:xfrm>
            <a:off x="4880596" y="3436655"/>
            <a:ext cx="214166" cy="1976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64E92602-3079-47E0-A246-80C0DAE5DD78}"/>
              </a:ext>
            </a:extLst>
          </p:cNvPr>
          <p:cNvSpPr/>
          <p:nvPr/>
        </p:nvSpPr>
        <p:spPr>
          <a:xfrm>
            <a:off x="5755241" y="3198119"/>
            <a:ext cx="214166" cy="1976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07BF947E-720C-4E48-8F70-29B598CB2CAF}"/>
              </a:ext>
            </a:extLst>
          </p:cNvPr>
          <p:cNvSpPr/>
          <p:nvPr/>
        </p:nvSpPr>
        <p:spPr>
          <a:xfrm>
            <a:off x="6033535" y="3449907"/>
            <a:ext cx="214166" cy="1976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1EE5288D-A02D-4889-A0BD-ED35E1F0D57A}"/>
              </a:ext>
            </a:extLst>
          </p:cNvPr>
          <p:cNvSpPr/>
          <p:nvPr/>
        </p:nvSpPr>
        <p:spPr>
          <a:xfrm>
            <a:off x="4880594" y="4165524"/>
            <a:ext cx="214166" cy="1976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A0758A9D-BC8E-42FF-82D7-8BBC0360A42C}"/>
              </a:ext>
            </a:extLst>
          </p:cNvPr>
          <p:cNvSpPr/>
          <p:nvPr/>
        </p:nvSpPr>
        <p:spPr>
          <a:xfrm>
            <a:off x="5450440" y="4165526"/>
            <a:ext cx="214166" cy="1976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147ED4F2-3A28-4D9E-87B0-10EF6577DF45}"/>
              </a:ext>
            </a:extLst>
          </p:cNvPr>
          <p:cNvSpPr/>
          <p:nvPr/>
        </p:nvSpPr>
        <p:spPr>
          <a:xfrm>
            <a:off x="5741989" y="4165526"/>
            <a:ext cx="214166" cy="1976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121" name="Marcador de Posição de Conteúdo 4">
            <a:extLst>
              <a:ext uri="{FF2B5EF4-FFF2-40B4-BE49-F238E27FC236}">
                <a16:creationId xmlns:a16="http://schemas.microsoft.com/office/drawing/2014/main" id="{C80274C5-4138-492A-8797-837083499D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8057" y="270333"/>
            <a:ext cx="3616570" cy="6225591"/>
          </a:xfrm>
          <a:prstGeom prst="rect">
            <a:avLst/>
          </a:prstGeom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F850EE45-FB1F-45B5-9F22-CC7CE478F2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458" y="2153572"/>
            <a:ext cx="2545205" cy="3598075"/>
          </a:xfrm>
          <a:prstGeom prst="rect">
            <a:avLst/>
          </a:prstGeom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23AF3005-AEB5-4064-B7AD-6247B8D939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92612">
            <a:off x="8517707" y="1851605"/>
            <a:ext cx="755242" cy="1067661"/>
          </a:xfrm>
          <a:prstGeom prst="rect">
            <a:avLst/>
          </a:prstGeom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F120F81E-29D2-48D3-8C11-121ADEDE99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59722">
            <a:off x="9937200" y="2070758"/>
            <a:ext cx="397064" cy="561317"/>
          </a:xfrm>
          <a:prstGeom prst="rect">
            <a:avLst/>
          </a:prstGeom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C8C7E596-ECE0-4E11-9EC3-D14DBB9E40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263" y="2070759"/>
            <a:ext cx="397064" cy="561317"/>
          </a:xfrm>
          <a:prstGeom prst="rect">
            <a:avLst/>
          </a:prstGeom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3B3F3D51-09E4-4065-8A3A-A23DAA6054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12358">
            <a:off x="10417606" y="2362252"/>
            <a:ext cx="397064" cy="561317"/>
          </a:xfrm>
          <a:prstGeom prst="rect">
            <a:avLst/>
          </a:prstGeom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9FD7CB4A-C05F-4B04-8328-D6B6005F0A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92612">
            <a:off x="8517707" y="1851604"/>
            <a:ext cx="755242" cy="1067661"/>
          </a:xfrm>
          <a:prstGeom prst="rect">
            <a:avLst/>
          </a:prstGeom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D83C646B-FAE1-4AFD-90FC-2F3094CFB8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59722">
            <a:off x="9937200" y="2070757"/>
            <a:ext cx="397064" cy="561317"/>
          </a:xfrm>
          <a:prstGeom prst="rect">
            <a:avLst/>
          </a:prstGeom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2A479776-86D1-443D-A369-473416112C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263" y="2070758"/>
            <a:ext cx="397064" cy="561317"/>
          </a:xfrm>
          <a:prstGeom prst="rect">
            <a:avLst/>
          </a:prstGeom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A38D4CEF-26BD-4330-9691-7000E341B3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458" y="2069166"/>
            <a:ext cx="2545205" cy="3598075"/>
          </a:xfrm>
          <a:prstGeom prst="rect">
            <a:avLst/>
          </a:prstGeom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CE8B923B-077F-493A-9DDD-64D1395E17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12358">
            <a:off x="10417606" y="2277846"/>
            <a:ext cx="397064" cy="561317"/>
          </a:xfrm>
          <a:prstGeom prst="rect">
            <a:avLst/>
          </a:prstGeom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CB85A9FE-EAC1-41E2-A1FC-8943A1208F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92612">
            <a:off x="8501958" y="1728159"/>
            <a:ext cx="755242" cy="1067661"/>
          </a:xfrm>
          <a:prstGeom prst="rect">
            <a:avLst/>
          </a:prstGeom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DC4F4379-9208-446F-BF14-FFA48FFC40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59722">
            <a:off x="9937200" y="1986351"/>
            <a:ext cx="397064" cy="561317"/>
          </a:xfrm>
          <a:prstGeom prst="rect">
            <a:avLst/>
          </a:prstGeom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07CFDD7F-6FFA-4217-8A08-17AAAD82AC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263" y="1986352"/>
            <a:ext cx="397064" cy="561317"/>
          </a:xfrm>
          <a:prstGeom prst="rect">
            <a:avLst/>
          </a:prstGeom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DC5A0569-5BD4-483C-804B-A90C57302C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345601">
            <a:off x="8544339" y="1999903"/>
            <a:ext cx="703024" cy="703024"/>
          </a:xfrm>
          <a:prstGeom prst="rect">
            <a:avLst/>
          </a:prstGeom>
        </p:spPr>
      </p:pic>
      <p:pic>
        <p:nvPicPr>
          <p:cNvPr id="137" name="Marcador de Posição de Conteúdo 5">
            <a:extLst>
              <a:ext uri="{FF2B5EF4-FFF2-40B4-BE49-F238E27FC236}">
                <a16:creationId xmlns:a16="http://schemas.microsoft.com/office/drawing/2014/main" id="{954A10D9-FFC9-4E0F-889D-36BB5DD6D2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5315" y="2090816"/>
            <a:ext cx="410924" cy="410924"/>
          </a:xfrm>
          <a:prstGeom prst="rect">
            <a:avLst/>
          </a:prstGeom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36883539-C234-467E-A26C-09DD56A2AD0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09372">
            <a:off x="9984990" y="2156213"/>
            <a:ext cx="304426" cy="304426"/>
          </a:xfrm>
          <a:prstGeom prst="rect">
            <a:avLst/>
          </a:prstGeom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08FA4E03-096B-433B-A333-B143E8FD60B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77357">
            <a:off x="10467062" y="2403108"/>
            <a:ext cx="291801" cy="291801"/>
          </a:xfrm>
          <a:prstGeom prst="rect">
            <a:avLst/>
          </a:prstGeom>
        </p:spPr>
      </p:pic>
      <p:sp>
        <p:nvSpPr>
          <p:cNvPr id="140" name="CaixaDeTexto 139">
            <a:extLst>
              <a:ext uri="{FF2B5EF4-FFF2-40B4-BE49-F238E27FC236}">
                <a16:creationId xmlns:a16="http://schemas.microsoft.com/office/drawing/2014/main" id="{23F3FB76-ECEA-48E3-BC08-E64BAB2E14AE}"/>
              </a:ext>
            </a:extLst>
          </p:cNvPr>
          <p:cNvSpPr txBox="1"/>
          <p:nvPr/>
        </p:nvSpPr>
        <p:spPr>
          <a:xfrm flipH="1">
            <a:off x="8498833" y="4605772"/>
            <a:ext cx="2366348" cy="28592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PT" sz="1200" dirty="0">
                <a:solidFill>
                  <a:srgbClr val="002060"/>
                </a:solidFill>
              </a:rPr>
              <a:t>Todas as caminhadas</a:t>
            </a:r>
          </a:p>
        </p:txBody>
      </p:sp>
      <p:sp>
        <p:nvSpPr>
          <p:cNvPr id="141" name="CaixaDeTexto 140">
            <a:extLst>
              <a:ext uri="{FF2B5EF4-FFF2-40B4-BE49-F238E27FC236}">
                <a16:creationId xmlns:a16="http://schemas.microsoft.com/office/drawing/2014/main" id="{62E742BB-989A-474F-AD4D-4B728A91779A}"/>
              </a:ext>
            </a:extLst>
          </p:cNvPr>
          <p:cNvSpPr txBox="1"/>
          <p:nvPr/>
        </p:nvSpPr>
        <p:spPr>
          <a:xfrm>
            <a:off x="8498833" y="4950771"/>
            <a:ext cx="2366348" cy="276999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pt-PT" sz="1200" dirty="0">
                <a:solidFill>
                  <a:schemeClr val="bg1"/>
                </a:solidFill>
              </a:rPr>
              <a:t>Caminhadas em que estou inscrito</a:t>
            </a:r>
          </a:p>
        </p:txBody>
      </p:sp>
      <p:sp>
        <p:nvSpPr>
          <p:cNvPr id="142" name="CaixaDeTexto 141">
            <a:extLst>
              <a:ext uri="{FF2B5EF4-FFF2-40B4-BE49-F238E27FC236}">
                <a16:creationId xmlns:a16="http://schemas.microsoft.com/office/drawing/2014/main" id="{409EF23F-248E-4422-BDD3-65EE4FF8214E}"/>
              </a:ext>
            </a:extLst>
          </p:cNvPr>
          <p:cNvSpPr txBox="1"/>
          <p:nvPr/>
        </p:nvSpPr>
        <p:spPr>
          <a:xfrm>
            <a:off x="8517560" y="5304616"/>
            <a:ext cx="2347621" cy="2794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PT" sz="1200" dirty="0">
                <a:solidFill>
                  <a:srgbClr val="002060"/>
                </a:solidFill>
              </a:rPr>
              <a:t>Caminhadas por inscrever</a:t>
            </a:r>
          </a:p>
        </p:txBody>
      </p:sp>
      <p:pic>
        <p:nvPicPr>
          <p:cNvPr id="143" name="Imagem 142">
            <a:extLst>
              <a:ext uri="{FF2B5EF4-FFF2-40B4-BE49-F238E27FC236}">
                <a16:creationId xmlns:a16="http://schemas.microsoft.com/office/drawing/2014/main" id="{F9666DCE-6AA8-42BF-9808-DE88F06FC24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1421" y="2937233"/>
            <a:ext cx="2179897" cy="1540426"/>
          </a:xfrm>
          <a:prstGeom prst="rect">
            <a:avLst/>
          </a:prstGeom>
        </p:spPr>
      </p:pic>
      <p:sp>
        <p:nvSpPr>
          <p:cNvPr id="148" name="Oval 147">
            <a:extLst>
              <a:ext uri="{FF2B5EF4-FFF2-40B4-BE49-F238E27FC236}">
                <a16:creationId xmlns:a16="http://schemas.microsoft.com/office/drawing/2014/main" id="{D66A255E-9E56-43EC-8F06-55A14C3B3C68}"/>
              </a:ext>
            </a:extLst>
          </p:cNvPr>
          <p:cNvSpPr/>
          <p:nvPr/>
        </p:nvSpPr>
        <p:spPr>
          <a:xfrm>
            <a:off x="10163298" y="3672029"/>
            <a:ext cx="214166" cy="1976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E9CEE551-57A4-4283-933C-C23D19C6B806}"/>
              </a:ext>
            </a:extLst>
          </p:cNvPr>
          <p:cNvSpPr/>
          <p:nvPr/>
        </p:nvSpPr>
        <p:spPr>
          <a:xfrm>
            <a:off x="8718812" y="3420239"/>
            <a:ext cx="214166" cy="1976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09EFDCF5-E3A7-414B-A04E-615CD6173E7F}"/>
              </a:ext>
            </a:extLst>
          </p:cNvPr>
          <p:cNvSpPr/>
          <p:nvPr/>
        </p:nvSpPr>
        <p:spPr>
          <a:xfrm>
            <a:off x="9593457" y="3181703"/>
            <a:ext cx="214166" cy="1976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70988A09-E743-46A2-9F15-A354537A3188}"/>
              </a:ext>
            </a:extLst>
          </p:cNvPr>
          <p:cNvSpPr/>
          <p:nvPr/>
        </p:nvSpPr>
        <p:spPr>
          <a:xfrm>
            <a:off x="9871751" y="3433491"/>
            <a:ext cx="214166" cy="1976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175EE745-B0FB-403E-AC60-56D630482568}"/>
              </a:ext>
            </a:extLst>
          </p:cNvPr>
          <p:cNvSpPr/>
          <p:nvPr/>
        </p:nvSpPr>
        <p:spPr>
          <a:xfrm>
            <a:off x="8718810" y="4149108"/>
            <a:ext cx="214166" cy="1976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398BE888-F074-4077-AB1D-6821B2171338}"/>
              </a:ext>
            </a:extLst>
          </p:cNvPr>
          <p:cNvSpPr/>
          <p:nvPr/>
        </p:nvSpPr>
        <p:spPr>
          <a:xfrm>
            <a:off x="9580205" y="4149110"/>
            <a:ext cx="214166" cy="1976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8061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Marcador de Posição de Conteúdo 4">
            <a:extLst>
              <a:ext uri="{FF2B5EF4-FFF2-40B4-BE49-F238E27FC236}">
                <a16:creationId xmlns:a16="http://schemas.microsoft.com/office/drawing/2014/main" id="{53AFA443-D316-47F7-8FA5-59629B2CC9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609" y="230576"/>
            <a:ext cx="3616570" cy="6225591"/>
          </a:xfrm>
          <a:prstGeom prst="rect">
            <a:avLst/>
          </a:prstGeom>
        </p:spPr>
      </p:pic>
      <p:pic>
        <p:nvPicPr>
          <p:cNvPr id="86" name="Imagem 85">
            <a:extLst>
              <a:ext uri="{FF2B5EF4-FFF2-40B4-BE49-F238E27FC236}">
                <a16:creationId xmlns:a16="http://schemas.microsoft.com/office/drawing/2014/main" id="{3B7B7EB2-15B1-450E-8DB4-867518D103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010" y="2153572"/>
            <a:ext cx="2545205" cy="3598075"/>
          </a:xfrm>
          <a:prstGeom prst="rect">
            <a:avLst/>
          </a:prstGeom>
        </p:spPr>
      </p:pic>
      <p:pic>
        <p:nvPicPr>
          <p:cNvPr id="87" name="Imagem 86">
            <a:extLst>
              <a:ext uri="{FF2B5EF4-FFF2-40B4-BE49-F238E27FC236}">
                <a16:creationId xmlns:a16="http://schemas.microsoft.com/office/drawing/2014/main" id="{5980BAA0-BD00-48B2-8504-8E478BB7E8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92612">
            <a:off x="977259" y="1851605"/>
            <a:ext cx="755242" cy="1067661"/>
          </a:xfrm>
          <a:prstGeom prst="rect">
            <a:avLst/>
          </a:prstGeom>
        </p:spPr>
      </p:pic>
      <p:pic>
        <p:nvPicPr>
          <p:cNvPr id="88" name="Imagem 87">
            <a:extLst>
              <a:ext uri="{FF2B5EF4-FFF2-40B4-BE49-F238E27FC236}">
                <a16:creationId xmlns:a16="http://schemas.microsoft.com/office/drawing/2014/main" id="{D4FE82A9-798B-48D9-B421-D34669BE8D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59722">
            <a:off x="2396752" y="2070758"/>
            <a:ext cx="397064" cy="561317"/>
          </a:xfrm>
          <a:prstGeom prst="rect">
            <a:avLst/>
          </a:prstGeom>
        </p:spPr>
      </p:pic>
      <p:pic>
        <p:nvPicPr>
          <p:cNvPr id="89" name="Imagem 88">
            <a:extLst>
              <a:ext uri="{FF2B5EF4-FFF2-40B4-BE49-F238E27FC236}">
                <a16:creationId xmlns:a16="http://schemas.microsoft.com/office/drawing/2014/main" id="{290C9AF6-4838-41B4-9F21-5F27D9A1E8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815" y="2070759"/>
            <a:ext cx="397064" cy="561317"/>
          </a:xfrm>
          <a:prstGeom prst="rect">
            <a:avLst/>
          </a:prstGeom>
        </p:spPr>
      </p:pic>
      <p:pic>
        <p:nvPicPr>
          <p:cNvPr id="90" name="Imagem 89">
            <a:extLst>
              <a:ext uri="{FF2B5EF4-FFF2-40B4-BE49-F238E27FC236}">
                <a16:creationId xmlns:a16="http://schemas.microsoft.com/office/drawing/2014/main" id="{35CC5878-6C01-4F84-9E28-F939CAA299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12358">
            <a:off x="2877158" y="2362252"/>
            <a:ext cx="397064" cy="561317"/>
          </a:xfrm>
          <a:prstGeom prst="rect">
            <a:avLst/>
          </a:prstGeom>
        </p:spPr>
      </p:pic>
      <p:pic>
        <p:nvPicPr>
          <p:cNvPr id="91" name="Imagem 90">
            <a:extLst>
              <a:ext uri="{FF2B5EF4-FFF2-40B4-BE49-F238E27FC236}">
                <a16:creationId xmlns:a16="http://schemas.microsoft.com/office/drawing/2014/main" id="{B3690EC8-AB06-48A2-A9D3-0784B47FFB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92612">
            <a:off x="977259" y="1851604"/>
            <a:ext cx="755242" cy="1067661"/>
          </a:xfrm>
          <a:prstGeom prst="rect">
            <a:avLst/>
          </a:prstGeom>
        </p:spPr>
      </p:pic>
      <p:pic>
        <p:nvPicPr>
          <p:cNvPr id="92" name="Imagem 91">
            <a:extLst>
              <a:ext uri="{FF2B5EF4-FFF2-40B4-BE49-F238E27FC236}">
                <a16:creationId xmlns:a16="http://schemas.microsoft.com/office/drawing/2014/main" id="{605050EA-6B70-4876-9B48-703BCB5A9D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59722">
            <a:off x="2396752" y="2070757"/>
            <a:ext cx="397064" cy="561317"/>
          </a:xfrm>
          <a:prstGeom prst="rect">
            <a:avLst/>
          </a:prstGeom>
        </p:spPr>
      </p:pic>
      <p:pic>
        <p:nvPicPr>
          <p:cNvPr id="93" name="Imagem 92">
            <a:extLst>
              <a:ext uri="{FF2B5EF4-FFF2-40B4-BE49-F238E27FC236}">
                <a16:creationId xmlns:a16="http://schemas.microsoft.com/office/drawing/2014/main" id="{18B372AF-EC20-41B2-AD29-6AE1A54072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815" y="2070758"/>
            <a:ext cx="397064" cy="561317"/>
          </a:xfrm>
          <a:prstGeom prst="rect">
            <a:avLst/>
          </a:prstGeom>
        </p:spPr>
      </p:pic>
      <p:pic>
        <p:nvPicPr>
          <p:cNvPr id="95" name="Imagem 94">
            <a:extLst>
              <a:ext uri="{FF2B5EF4-FFF2-40B4-BE49-F238E27FC236}">
                <a16:creationId xmlns:a16="http://schemas.microsoft.com/office/drawing/2014/main" id="{263076E2-F32A-49D7-ABD1-D57D4CC3FB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010" y="2069166"/>
            <a:ext cx="2545205" cy="3598075"/>
          </a:xfrm>
          <a:prstGeom prst="rect">
            <a:avLst/>
          </a:prstGeom>
        </p:spPr>
      </p:pic>
      <p:pic>
        <p:nvPicPr>
          <p:cNvPr id="96" name="Imagem 95">
            <a:extLst>
              <a:ext uri="{FF2B5EF4-FFF2-40B4-BE49-F238E27FC236}">
                <a16:creationId xmlns:a16="http://schemas.microsoft.com/office/drawing/2014/main" id="{6A5BEE74-37C6-49CB-A3F7-745C37D199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12358">
            <a:off x="2877158" y="2277846"/>
            <a:ext cx="397064" cy="561317"/>
          </a:xfrm>
          <a:prstGeom prst="rect">
            <a:avLst/>
          </a:prstGeom>
        </p:spPr>
      </p:pic>
      <p:pic>
        <p:nvPicPr>
          <p:cNvPr id="97" name="Imagem 96">
            <a:extLst>
              <a:ext uri="{FF2B5EF4-FFF2-40B4-BE49-F238E27FC236}">
                <a16:creationId xmlns:a16="http://schemas.microsoft.com/office/drawing/2014/main" id="{93F53073-1E4A-435F-B76B-465B7F17D3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92612">
            <a:off x="961510" y="1728159"/>
            <a:ext cx="755242" cy="1067661"/>
          </a:xfrm>
          <a:prstGeom prst="rect">
            <a:avLst/>
          </a:prstGeom>
        </p:spPr>
      </p:pic>
      <p:pic>
        <p:nvPicPr>
          <p:cNvPr id="98" name="Imagem 97">
            <a:extLst>
              <a:ext uri="{FF2B5EF4-FFF2-40B4-BE49-F238E27FC236}">
                <a16:creationId xmlns:a16="http://schemas.microsoft.com/office/drawing/2014/main" id="{0E114D1E-F847-460E-BEF2-7EB23EBBD7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59722">
            <a:off x="2396752" y="1986351"/>
            <a:ext cx="397064" cy="561317"/>
          </a:xfrm>
          <a:prstGeom prst="rect">
            <a:avLst/>
          </a:prstGeom>
        </p:spPr>
      </p:pic>
      <p:pic>
        <p:nvPicPr>
          <p:cNvPr id="99" name="Imagem 98">
            <a:extLst>
              <a:ext uri="{FF2B5EF4-FFF2-40B4-BE49-F238E27FC236}">
                <a16:creationId xmlns:a16="http://schemas.microsoft.com/office/drawing/2014/main" id="{09B74D9B-CA77-4667-B74B-B552BAB1A9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815" y="1986352"/>
            <a:ext cx="397064" cy="561317"/>
          </a:xfrm>
          <a:prstGeom prst="rect">
            <a:avLst/>
          </a:prstGeom>
        </p:spPr>
      </p:pic>
      <p:pic>
        <p:nvPicPr>
          <p:cNvPr id="100" name="Imagem 99">
            <a:extLst>
              <a:ext uri="{FF2B5EF4-FFF2-40B4-BE49-F238E27FC236}">
                <a16:creationId xmlns:a16="http://schemas.microsoft.com/office/drawing/2014/main" id="{9ACB36B7-7C71-47FC-99D5-2DD53AC896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345601">
            <a:off x="1003891" y="1999903"/>
            <a:ext cx="703024" cy="703024"/>
          </a:xfrm>
          <a:prstGeom prst="rect">
            <a:avLst/>
          </a:prstGeom>
        </p:spPr>
      </p:pic>
      <p:pic>
        <p:nvPicPr>
          <p:cNvPr id="101" name="Marcador de Posição de Conteúdo 5">
            <a:extLst>
              <a:ext uri="{FF2B5EF4-FFF2-40B4-BE49-F238E27FC236}">
                <a16:creationId xmlns:a16="http://schemas.microsoft.com/office/drawing/2014/main" id="{DB1C875D-D483-476F-A47D-29B87F394B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4867" y="2090816"/>
            <a:ext cx="410924" cy="410924"/>
          </a:xfrm>
          <a:prstGeom prst="rect">
            <a:avLst/>
          </a:prstGeom>
        </p:spPr>
      </p:pic>
      <p:pic>
        <p:nvPicPr>
          <p:cNvPr id="102" name="Imagem 101">
            <a:extLst>
              <a:ext uri="{FF2B5EF4-FFF2-40B4-BE49-F238E27FC236}">
                <a16:creationId xmlns:a16="http://schemas.microsoft.com/office/drawing/2014/main" id="{B1B87066-1DA5-4359-ABE7-52C51C6D29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09372">
            <a:off x="2444542" y="2156213"/>
            <a:ext cx="304426" cy="304426"/>
          </a:xfrm>
          <a:prstGeom prst="rect">
            <a:avLst/>
          </a:prstGeom>
        </p:spPr>
      </p:pic>
      <p:pic>
        <p:nvPicPr>
          <p:cNvPr id="103" name="Imagem 102">
            <a:extLst>
              <a:ext uri="{FF2B5EF4-FFF2-40B4-BE49-F238E27FC236}">
                <a16:creationId xmlns:a16="http://schemas.microsoft.com/office/drawing/2014/main" id="{199944AF-3642-4CB3-A247-CD8A554DF7F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77357">
            <a:off x="2926614" y="2403108"/>
            <a:ext cx="291801" cy="291801"/>
          </a:xfrm>
          <a:prstGeom prst="rect">
            <a:avLst/>
          </a:prstGeom>
        </p:spPr>
      </p:pic>
      <p:sp>
        <p:nvSpPr>
          <p:cNvPr id="104" name="CaixaDeTexto 103">
            <a:extLst>
              <a:ext uri="{FF2B5EF4-FFF2-40B4-BE49-F238E27FC236}">
                <a16:creationId xmlns:a16="http://schemas.microsoft.com/office/drawing/2014/main" id="{9BB62B03-7020-4CA2-9E8D-0C4BA67DA09F}"/>
              </a:ext>
            </a:extLst>
          </p:cNvPr>
          <p:cNvSpPr txBox="1"/>
          <p:nvPr/>
        </p:nvSpPr>
        <p:spPr>
          <a:xfrm flipH="1">
            <a:off x="958385" y="4605772"/>
            <a:ext cx="2366348" cy="28592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PT" sz="1200" dirty="0">
                <a:solidFill>
                  <a:srgbClr val="002060"/>
                </a:solidFill>
              </a:rPr>
              <a:t>Todas as caminhadas</a:t>
            </a:r>
          </a:p>
        </p:txBody>
      </p:sp>
      <p:sp>
        <p:nvSpPr>
          <p:cNvPr id="105" name="CaixaDeTexto 104">
            <a:extLst>
              <a:ext uri="{FF2B5EF4-FFF2-40B4-BE49-F238E27FC236}">
                <a16:creationId xmlns:a16="http://schemas.microsoft.com/office/drawing/2014/main" id="{B58CBD6B-E7C4-4E8D-988D-5C9AFA600959}"/>
              </a:ext>
            </a:extLst>
          </p:cNvPr>
          <p:cNvSpPr txBox="1"/>
          <p:nvPr/>
        </p:nvSpPr>
        <p:spPr>
          <a:xfrm>
            <a:off x="958385" y="4950771"/>
            <a:ext cx="236634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PT" sz="1200" dirty="0">
                <a:solidFill>
                  <a:srgbClr val="002060"/>
                </a:solidFill>
              </a:rPr>
              <a:t>Caminhadas em que estou inscrito</a:t>
            </a:r>
          </a:p>
        </p:txBody>
      </p:sp>
      <p:sp>
        <p:nvSpPr>
          <p:cNvPr id="106" name="CaixaDeTexto 105">
            <a:extLst>
              <a:ext uri="{FF2B5EF4-FFF2-40B4-BE49-F238E27FC236}">
                <a16:creationId xmlns:a16="http://schemas.microsoft.com/office/drawing/2014/main" id="{D55C7F27-9002-4325-BA31-480587FD11C3}"/>
              </a:ext>
            </a:extLst>
          </p:cNvPr>
          <p:cNvSpPr txBox="1"/>
          <p:nvPr/>
        </p:nvSpPr>
        <p:spPr>
          <a:xfrm>
            <a:off x="977112" y="5304616"/>
            <a:ext cx="2347621" cy="279499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pt-PT" sz="1200" dirty="0">
                <a:solidFill>
                  <a:schemeClr val="bg1"/>
                </a:solidFill>
              </a:rPr>
              <a:t>Caminhadas por inscrever</a:t>
            </a:r>
          </a:p>
        </p:txBody>
      </p:sp>
      <p:pic>
        <p:nvPicPr>
          <p:cNvPr id="107" name="Imagem 106">
            <a:extLst>
              <a:ext uri="{FF2B5EF4-FFF2-40B4-BE49-F238E27FC236}">
                <a16:creationId xmlns:a16="http://schemas.microsoft.com/office/drawing/2014/main" id="{EF63B431-A159-4C2E-803F-A483F903FC6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973" y="2937233"/>
            <a:ext cx="2179897" cy="1540426"/>
          </a:xfrm>
          <a:prstGeom prst="rect">
            <a:avLst/>
          </a:prstGeom>
        </p:spPr>
      </p:pic>
      <p:sp>
        <p:nvSpPr>
          <p:cNvPr id="108" name="Oval 107">
            <a:extLst>
              <a:ext uri="{FF2B5EF4-FFF2-40B4-BE49-F238E27FC236}">
                <a16:creationId xmlns:a16="http://schemas.microsoft.com/office/drawing/2014/main" id="{803FF58C-53A0-4F93-A778-D9C35E177927}"/>
              </a:ext>
            </a:extLst>
          </p:cNvPr>
          <p:cNvSpPr/>
          <p:nvPr/>
        </p:nvSpPr>
        <p:spPr>
          <a:xfrm>
            <a:off x="2059634" y="3413612"/>
            <a:ext cx="214166" cy="1976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63CA2597-384E-4119-9A0F-A6C7D56D258B}"/>
              </a:ext>
            </a:extLst>
          </p:cNvPr>
          <p:cNvSpPr/>
          <p:nvPr/>
        </p:nvSpPr>
        <p:spPr>
          <a:xfrm>
            <a:off x="1774715" y="3685281"/>
            <a:ext cx="214166" cy="1976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CB8B2503-9D7C-4937-AB60-18171BCC3191}"/>
              </a:ext>
            </a:extLst>
          </p:cNvPr>
          <p:cNvSpPr/>
          <p:nvPr/>
        </p:nvSpPr>
        <p:spPr>
          <a:xfrm>
            <a:off x="2344554" y="3897317"/>
            <a:ext cx="214166" cy="1976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1EF5EFA1-FDF8-4ADB-812A-58E2A4246990}"/>
              </a:ext>
            </a:extLst>
          </p:cNvPr>
          <p:cNvSpPr/>
          <p:nvPr/>
        </p:nvSpPr>
        <p:spPr>
          <a:xfrm>
            <a:off x="1469909" y="3897315"/>
            <a:ext cx="214166" cy="1976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670A8716-8056-40AA-8182-B1272FA9FDFE}"/>
              </a:ext>
            </a:extLst>
          </p:cNvPr>
          <p:cNvSpPr/>
          <p:nvPr/>
        </p:nvSpPr>
        <p:spPr>
          <a:xfrm>
            <a:off x="2927652" y="3433491"/>
            <a:ext cx="214166" cy="1976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EAA35D60-5A96-4453-A657-1B7234D425B2}"/>
              </a:ext>
            </a:extLst>
          </p:cNvPr>
          <p:cNvSpPr/>
          <p:nvPr/>
        </p:nvSpPr>
        <p:spPr>
          <a:xfrm>
            <a:off x="2636102" y="3194953"/>
            <a:ext cx="214166" cy="1976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80ACF248-B8E4-4A90-A56E-15F3431B63D9}"/>
              </a:ext>
            </a:extLst>
          </p:cNvPr>
          <p:cNvSpPr/>
          <p:nvPr/>
        </p:nvSpPr>
        <p:spPr>
          <a:xfrm>
            <a:off x="1748208" y="4149110"/>
            <a:ext cx="214166" cy="1976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144" name="Marcador de Posição de Conteúdo 4">
            <a:extLst>
              <a:ext uri="{FF2B5EF4-FFF2-40B4-BE49-F238E27FC236}">
                <a16:creationId xmlns:a16="http://schemas.microsoft.com/office/drawing/2014/main" id="{B4279E08-A4ED-4990-A96E-389FF119B7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2796" y="270333"/>
            <a:ext cx="3616570" cy="6225591"/>
          </a:xfrm>
          <a:prstGeom prst="rect">
            <a:avLst/>
          </a:prstGeom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8399498E-1CAE-4911-9D34-71A3821264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9197" y="2252046"/>
            <a:ext cx="2545205" cy="3598075"/>
          </a:xfrm>
          <a:prstGeom prst="rect">
            <a:avLst/>
          </a:prstGeom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FDEF4F71-6565-4FE3-AFBF-691FCEAB6C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12358">
            <a:off x="7242345" y="2460726"/>
            <a:ext cx="397064" cy="561317"/>
          </a:xfrm>
          <a:prstGeom prst="rect">
            <a:avLst/>
          </a:prstGeom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32A4D080-B087-40DB-A64F-EACBC9B9B9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49071">
            <a:off x="5892214" y="1726710"/>
            <a:ext cx="755242" cy="1067661"/>
          </a:xfrm>
          <a:prstGeom prst="rect">
            <a:avLst/>
          </a:prstGeom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0CCEEC5F-F13D-4408-BA06-25894A0B2B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59722">
            <a:off x="6761939" y="2169231"/>
            <a:ext cx="397064" cy="561317"/>
          </a:xfrm>
          <a:prstGeom prst="rect">
            <a:avLst/>
          </a:prstGeom>
        </p:spPr>
      </p:pic>
      <p:pic>
        <p:nvPicPr>
          <p:cNvPr id="155" name="Marcador de Posição de Conteúdo 5">
            <a:extLst>
              <a:ext uri="{FF2B5EF4-FFF2-40B4-BE49-F238E27FC236}">
                <a16:creationId xmlns:a16="http://schemas.microsoft.com/office/drawing/2014/main" id="{E7A84942-743E-43D9-B2A2-29903482F6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6623" y="1950799"/>
            <a:ext cx="790585" cy="790585"/>
          </a:xfrm>
          <a:prstGeom prst="rect">
            <a:avLst/>
          </a:prstGeom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1DB4626F-1F65-4BB7-A3EA-FFEF285856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09372">
            <a:off x="6795658" y="2339090"/>
            <a:ext cx="304426" cy="304426"/>
          </a:xfrm>
          <a:prstGeom prst="rect">
            <a:avLst/>
          </a:prstGeom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EF592187-7EBB-4CBB-A6D0-5A4367B7E6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77357">
            <a:off x="7305870" y="2571921"/>
            <a:ext cx="291801" cy="291801"/>
          </a:xfrm>
          <a:prstGeom prst="rect">
            <a:avLst/>
          </a:prstGeom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E2B084F1-37F6-493B-8604-0C008A5853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45214">
            <a:off x="5336368" y="2408295"/>
            <a:ext cx="397064" cy="561317"/>
          </a:xfrm>
          <a:prstGeom prst="rect">
            <a:avLst/>
          </a:prstGeom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D4C8CAD2-B666-49D3-BD9F-A43182F595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186853">
            <a:off x="5397920" y="2564054"/>
            <a:ext cx="311442" cy="31144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A5AE166-872D-491F-9E4F-AFA4F9CE118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2937" y="5006679"/>
            <a:ext cx="1031019" cy="71204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9FDCCCC-9159-4AAA-9524-05B84080769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5221" y="3236321"/>
            <a:ext cx="1062803" cy="71845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A80AC7F-9ACE-4E0C-BA7F-A4D7BE83984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185" y="4190817"/>
            <a:ext cx="1063840" cy="634478"/>
          </a:xfrm>
          <a:prstGeom prst="rect">
            <a:avLst/>
          </a:prstGeom>
        </p:spPr>
      </p:pic>
      <p:sp>
        <p:nvSpPr>
          <p:cNvPr id="10" name="Estrela: 5 Pontos 9">
            <a:extLst>
              <a:ext uri="{FF2B5EF4-FFF2-40B4-BE49-F238E27FC236}">
                <a16:creationId xmlns:a16="http://schemas.microsoft.com/office/drawing/2014/main" id="{C9C181D3-9FE0-4BCB-82B8-D3671D368087}"/>
              </a:ext>
            </a:extLst>
          </p:cNvPr>
          <p:cNvSpPr/>
          <p:nvPr/>
        </p:nvSpPr>
        <p:spPr>
          <a:xfrm>
            <a:off x="6501722" y="3236321"/>
            <a:ext cx="163770" cy="156259"/>
          </a:xfrm>
          <a:prstGeom prst="star5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0" name="Estrela: 5 Pontos 49">
            <a:extLst>
              <a:ext uri="{FF2B5EF4-FFF2-40B4-BE49-F238E27FC236}">
                <a16:creationId xmlns:a16="http://schemas.microsoft.com/office/drawing/2014/main" id="{DA553540-77DB-4983-A44E-EA6EE496446A}"/>
              </a:ext>
            </a:extLst>
          </p:cNvPr>
          <p:cNvSpPr/>
          <p:nvPr/>
        </p:nvSpPr>
        <p:spPr>
          <a:xfrm>
            <a:off x="6733634" y="3229694"/>
            <a:ext cx="163770" cy="156259"/>
          </a:xfrm>
          <a:prstGeom prst="star5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1" name="Estrela: 5 Pontos 50">
            <a:extLst>
              <a:ext uri="{FF2B5EF4-FFF2-40B4-BE49-F238E27FC236}">
                <a16:creationId xmlns:a16="http://schemas.microsoft.com/office/drawing/2014/main" id="{AE5E8DB6-95D0-4856-AF47-CA06074ED385}"/>
              </a:ext>
            </a:extLst>
          </p:cNvPr>
          <p:cNvSpPr/>
          <p:nvPr/>
        </p:nvSpPr>
        <p:spPr>
          <a:xfrm>
            <a:off x="6958923" y="3242948"/>
            <a:ext cx="163770" cy="156259"/>
          </a:xfrm>
          <a:prstGeom prst="star5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2" name="Estrela: 5 Pontos 51">
            <a:extLst>
              <a:ext uri="{FF2B5EF4-FFF2-40B4-BE49-F238E27FC236}">
                <a16:creationId xmlns:a16="http://schemas.microsoft.com/office/drawing/2014/main" id="{286FFF38-0AAF-488A-8A4C-B0476E281A5C}"/>
              </a:ext>
            </a:extLst>
          </p:cNvPr>
          <p:cNvSpPr/>
          <p:nvPr/>
        </p:nvSpPr>
        <p:spPr>
          <a:xfrm>
            <a:off x="7197462" y="3242949"/>
            <a:ext cx="163770" cy="156259"/>
          </a:xfrm>
          <a:prstGeom prst="star5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3" name="Estrela: 5 Pontos 52">
            <a:extLst>
              <a:ext uri="{FF2B5EF4-FFF2-40B4-BE49-F238E27FC236}">
                <a16:creationId xmlns:a16="http://schemas.microsoft.com/office/drawing/2014/main" id="{3943B118-949C-4CC8-9F6D-EBCE9011C068}"/>
              </a:ext>
            </a:extLst>
          </p:cNvPr>
          <p:cNvSpPr/>
          <p:nvPr/>
        </p:nvSpPr>
        <p:spPr>
          <a:xfrm>
            <a:off x="7422748" y="3256202"/>
            <a:ext cx="163770" cy="156259"/>
          </a:xfrm>
          <a:prstGeom prst="star5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5" name="Estrela: 5 Pontos 54">
            <a:extLst>
              <a:ext uri="{FF2B5EF4-FFF2-40B4-BE49-F238E27FC236}">
                <a16:creationId xmlns:a16="http://schemas.microsoft.com/office/drawing/2014/main" id="{4B4A12E4-2BE3-4528-AB85-6415794951D2}"/>
              </a:ext>
            </a:extLst>
          </p:cNvPr>
          <p:cNvSpPr/>
          <p:nvPr/>
        </p:nvSpPr>
        <p:spPr>
          <a:xfrm>
            <a:off x="6508346" y="4223611"/>
            <a:ext cx="163770" cy="156259"/>
          </a:xfrm>
          <a:prstGeom prst="star5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6" name="Estrela: 5 Pontos 55">
            <a:extLst>
              <a:ext uri="{FF2B5EF4-FFF2-40B4-BE49-F238E27FC236}">
                <a16:creationId xmlns:a16="http://schemas.microsoft.com/office/drawing/2014/main" id="{F436EEF4-79AD-4784-82A1-3636D1C0CB5E}"/>
              </a:ext>
            </a:extLst>
          </p:cNvPr>
          <p:cNvSpPr/>
          <p:nvPr/>
        </p:nvSpPr>
        <p:spPr>
          <a:xfrm>
            <a:off x="6740258" y="4216984"/>
            <a:ext cx="163770" cy="156259"/>
          </a:xfrm>
          <a:prstGeom prst="star5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7" name="Estrela: 5 Pontos 56">
            <a:extLst>
              <a:ext uri="{FF2B5EF4-FFF2-40B4-BE49-F238E27FC236}">
                <a16:creationId xmlns:a16="http://schemas.microsoft.com/office/drawing/2014/main" id="{CD00BDC3-ABBF-430C-97F6-281B171A55F7}"/>
              </a:ext>
            </a:extLst>
          </p:cNvPr>
          <p:cNvSpPr/>
          <p:nvPr/>
        </p:nvSpPr>
        <p:spPr>
          <a:xfrm>
            <a:off x="6965547" y="4230238"/>
            <a:ext cx="163770" cy="156259"/>
          </a:xfrm>
          <a:prstGeom prst="star5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8" name="Estrela: 5 Pontos 57">
            <a:extLst>
              <a:ext uri="{FF2B5EF4-FFF2-40B4-BE49-F238E27FC236}">
                <a16:creationId xmlns:a16="http://schemas.microsoft.com/office/drawing/2014/main" id="{3A10D6DF-9651-48BB-B1B6-604DC890A6C6}"/>
              </a:ext>
            </a:extLst>
          </p:cNvPr>
          <p:cNvSpPr/>
          <p:nvPr/>
        </p:nvSpPr>
        <p:spPr>
          <a:xfrm>
            <a:off x="7204086" y="4230239"/>
            <a:ext cx="163770" cy="156259"/>
          </a:xfrm>
          <a:prstGeom prst="star5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9" name="Estrela: 5 Pontos 58">
            <a:extLst>
              <a:ext uri="{FF2B5EF4-FFF2-40B4-BE49-F238E27FC236}">
                <a16:creationId xmlns:a16="http://schemas.microsoft.com/office/drawing/2014/main" id="{E0D93CB2-96D5-423E-B971-FC041D868643}"/>
              </a:ext>
            </a:extLst>
          </p:cNvPr>
          <p:cNvSpPr/>
          <p:nvPr/>
        </p:nvSpPr>
        <p:spPr>
          <a:xfrm>
            <a:off x="7429372" y="4243492"/>
            <a:ext cx="163770" cy="156259"/>
          </a:xfrm>
          <a:prstGeom prst="star5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0" name="Estrela: 5 Pontos 59">
            <a:extLst>
              <a:ext uri="{FF2B5EF4-FFF2-40B4-BE49-F238E27FC236}">
                <a16:creationId xmlns:a16="http://schemas.microsoft.com/office/drawing/2014/main" id="{CAF38BB3-DC47-4AC6-A7D5-2B7BDD9775B2}"/>
              </a:ext>
            </a:extLst>
          </p:cNvPr>
          <p:cNvSpPr/>
          <p:nvPr/>
        </p:nvSpPr>
        <p:spPr>
          <a:xfrm>
            <a:off x="6508348" y="5045244"/>
            <a:ext cx="163770" cy="156259"/>
          </a:xfrm>
          <a:prstGeom prst="star5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1" name="Estrela: 5 Pontos 60">
            <a:extLst>
              <a:ext uri="{FF2B5EF4-FFF2-40B4-BE49-F238E27FC236}">
                <a16:creationId xmlns:a16="http://schemas.microsoft.com/office/drawing/2014/main" id="{FC2E8458-29D0-4D18-B161-6431BBBDB8CC}"/>
              </a:ext>
            </a:extLst>
          </p:cNvPr>
          <p:cNvSpPr/>
          <p:nvPr/>
        </p:nvSpPr>
        <p:spPr>
          <a:xfrm>
            <a:off x="6740260" y="5038617"/>
            <a:ext cx="163770" cy="156259"/>
          </a:xfrm>
          <a:prstGeom prst="star5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2" name="Estrela: 5 Pontos 61">
            <a:extLst>
              <a:ext uri="{FF2B5EF4-FFF2-40B4-BE49-F238E27FC236}">
                <a16:creationId xmlns:a16="http://schemas.microsoft.com/office/drawing/2014/main" id="{84D44C05-5CDB-448F-8B8D-ED15FB396064}"/>
              </a:ext>
            </a:extLst>
          </p:cNvPr>
          <p:cNvSpPr/>
          <p:nvPr/>
        </p:nvSpPr>
        <p:spPr>
          <a:xfrm>
            <a:off x="6965549" y="5051871"/>
            <a:ext cx="163770" cy="156259"/>
          </a:xfrm>
          <a:prstGeom prst="star5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3" name="Estrela: 5 Pontos 62">
            <a:extLst>
              <a:ext uri="{FF2B5EF4-FFF2-40B4-BE49-F238E27FC236}">
                <a16:creationId xmlns:a16="http://schemas.microsoft.com/office/drawing/2014/main" id="{6AA77ECB-3744-4355-87CD-2E002F16336D}"/>
              </a:ext>
            </a:extLst>
          </p:cNvPr>
          <p:cNvSpPr/>
          <p:nvPr/>
        </p:nvSpPr>
        <p:spPr>
          <a:xfrm>
            <a:off x="7204088" y="5051872"/>
            <a:ext cx="163770" cy="156259"/>
          </a:xfrm>
          <a:prstGeom prst="star5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4" name="Estrela: 5 Pontos 63">
            <a:extLst>
              <a:ext uri="{FF2B5EF4-FFF2-40B4-BE49-F238E27FC236}">
                <a16:creationId xmlns:a16="http://schemas.microsoft.com/office/drawing/2014/main" id="{41F22002-2249-467A-AF5D-0F2481E53321}"/>
              </a:ext>
            </a:extLst>
          </p:cNvPr>
          <p:cNvSpPr/>
          <p:nvPr/>
        </p:nvSpPr>
        <p:spPr>
          <a:xfrm>
            <a:off x="7429374" y="5065125"/>
            <a:ext cx="163770" cy="156259"/>
          </a:xfrm>
          <a:prstGeom prst="star5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1E9D59D-02F3-49BD-AAEB-2A458BAE7A05}"/>
              </a:ext>
            </a:extLst>
          </p:cNvPr>
          <p:cNvSpPr/>
          <p:nvPr/>
        </p:nvSpPr>
        <p:spPr>
          <a:xfrm>
            <a:off x="6490728" y="3687087"/>
            <a:ext cx="846262" cy="19314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6" name="Retângulo 65">
            <a:extLst>
              <a:ext uri="{FF2B5EF4-FFF2-40B4-BE49-F238E27FC236}">
                <a16:creationId xmlns:a16="http://schemas.microsoft.com/office/drawing/2014/main" id="{F28FBED5-C142-4E33-BFA5-CFD51983CF8A}"/>
              </a:ext>
            </a:extLst>
          </p:cNvPr>
          <p:cNvSpPr/>
          <p:nvPr/>
        </p:nvSpPr>
        <p:spPr>
          <a:xfrm>
            <a:off x="6481841" y="4594509"/>
            <a:ext cx="855149" cy="2114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7" name="Retângulo 66">
            <a:extLst>
              <a:ext uri="{FF2B5EF4-FFF2-40B4-BE49-F238E27FC236}">
                <a16:creationId xmlns:a16="http://schemas.microsoft.com/office/drawing/2014/main" id="{F04E3E1F-A48C-4B93-8BE3-CC362603F6F0}"/>
              </a:ext>
            </a:extLst>
          </p:cNvPr>
          <p:cNvSpPr/>
          <p:nvPr/>
        </p:nvSpPr>
        <p:spPr>
          <a:xfrm>
            <a:off x="6481840" y="5363138"/>
            <a:ext cx="855150" cy="2433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F3C5E5A-DE06-40E8-A9E7-FA098FC9A322}"/>
              </a:ext>
            </a:extLst>
          </p:cNvPr>
          <p:cNvSpPr txBox="1"/>
          <p:nvPr/>
        </p:nvSpPr>
        <p:spPr>
          <a:xfrm flipH="1">
            <a:off x="6424434" y="3387541"/>
            <a:ext cx="16638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100" dirty="0">
                <a:solidFill>
                  <a:schemeClr val="bg1"/>
                </a:solidFill>
              </a:rPr>
              <a:t>Comentar:</a:t>
            </a:r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1E2C021F-3A08-4838-A3C7-94ADA15FBE0B}"/>
              </a:ext>
            </a:extLst>
          </p:cNvPr>
          <p:cNvSpPr txBox="1"/>
          <p:nvPr/>
        </p:nvSpPr>
        <p:spPr>
          <a:xfrm flipH="1">
            <a:off x="6404557" y="4361578"/>
            <a:ext cx="16638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100" dirty="0">
                <a:solidFill>
                  <a:schemeClr val="bg1"/>
                </a:solidFill>
              </a:rPr>
              <a:t>Comentar:</a:t>
            </a:r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04815591-28F1-4A6E-9831-F4DECF8A6D34}"/>
              </a:ext>
            </a:extLst>
          </p:cNvPr>
          <p:cNvSpPr txBox="1"/>
          <p:nvPr/>
        </p:nvSpPr>
        <p:spPr>
          <a:xfrm flipH="1">
            <a:off x="6404556" y="5169958"/>
            <a:ext cx="16638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100" dirty="0">
                <a:solidFill>
                  <a:schemeClr val="bg1"/>
                </a:solidFill>
              </a:rPr>
              <a:t>Comentar: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0A19C42-8FA1-4AA9-923C-D08BBC007CB5}"/>
              </a:ext>
            </a:extLst>
          </p:cNvPr>
          <p:cNvSpPr txBox="1"/>
          <p:nvPr/>
        </p:nvSpPr>
        <p:spPr>
          <a:xfrm>
            <a:off x="7020926" y="4385303"/>
            <a:ext cx="1524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100" dirty="0">
                <a:solidFill>
                  <a:schemeClr val="bg1"/>
                </a:solidFill>
              </a:rPr>
              <a:t>(Mais 2)</a:t>
            </a:r>
          </a:p>
        </p:txBody>
      </p:sp>
      <p:pic>
        <p:nvPicPr>
          <p:cNvPr id="72" name="Marcador de Posição de Conteúdo 4">
            <a:extLst>
              <a:ext uri="{FF2B5EF4-FFF2-40B4-BE49-F238E27FC236}">
                <a16:creationId xmlns:a16="http://schemas.microsoft.com/office/drawing/2014/main" id="{196EDD61-A9EF-48E9-BC23-BC4B930167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3923" y="267985"/>
            <a:ext cx="3616570" cy="6225591"/>
          </a:xfrm>
          <a:prstGeom prst="rect">
            <a:avLst/>
          </a:prstGeom>
        </p:spPr>
      </p:pic>
      <p:pic>
        <p:nvPicPr>
          <p:cNvPr id="73" name="Imagem 72">
            <a:extLst>
              <a:ext uri="{FF2B5EF4-FFF2-40B4-BE49-F238E27FC236}">
                <a16:creationId xmlns:a16="http://schemas.microsoft.com/office/drawing/2014/main" id="{3B971C1A-1D1B-48A1-AB8D-00D7A561C7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0324" y="2249698"/>
            <a:ext cx="2545205" cy="3598075"/>
          </a:xfrm>
          <a:prstGeom prst="rect">
            <a:avLst/>
          </a:prstGeom>
        </p:spPr>
      </p:pic>
      <p:pic>
        <p:nvPicPr>
          <p:cNvPr id="74" name="Imagem 73">
            <a:extLst>
              <a:ext uri="{FF2B5EF4-FFF2-40B4-BE49-F238E27FC236}">
                <a16:creationId xmlns:a16="http://schemas.microsoft.com/office/drawing/2014/main" id="{C9C1A14A-9890-48FA-B6FB-7267089570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12358">
            <a:off x="11023472" y="2458378"/>
            <a:ext cx="397064" cy="561317"/>
          </a:xfrm>
          <a:prstGeom prst="rect">
            <a:avLst/>
          </a:prstGeom>
        </p:spPr>
      </p:pic>
      <p:pic>
        <p:nvPicPr>
          <p:cNvPr id="75" name="Imagem 74">
            <a:extLst>
              <a:ext uri="{FF2B5EF4-FFF2-40B4-BE49-F238E27FC236}">
                <a16:creationId xmlns:a16="http://schemas.microsoft.com/office/drawing/2014/main" id="{ABA16841-8135-420B-8554-5497F36DBA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94705">
            <a:off x="9657100" y="2171030"/>
            <a:ext cx="411923" cy="582322"/>
          </a:xfrm>
          <a:prstGeom prst="rect">
            <a:avLst/>
          </a:prstGeom>
        </p:spPr>
      </p:pic>
      <p:pic>
        <p:nvPicPr>
          <p:cNvPr id="76" name="Imagem 75">
            <a:extLst>
              <a:ext uri="{FF2B5EF4-FFF2-40B4-BE49-F238E27FC236}">
                <a16:creationId xmlns:a16="http://schemas.microsoft.com/office/drawing/2014/main" id="{7BA2A697-5C49-4810-971E-41A12DEAE2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59722">
            <a:off x="10322062" y="1767259"/>
            <a:ext cx="662405" cy="936421"/>
          </a:xfrm>
          <a:prstGeom prst="rect">
            <a:avLst/>
          </a:prstGeom>
        </p:spPr>
      </p:pic>
      <p:pic>
        <p:nvPicPr>
          <p:cNvPr id="77" name="Marcador de Posição de Conteúdo 5">
            <a:extLst>
              <a:ext uri="{FF2B5EF4-FFF2-40B4-BE49-F238E27FC236}">
                <a16:creationId xmlns:a16="http://schemas.microsoft.com/office/drawing/2014/main" id="{6B3443F1-AD76-4C61-95AF-BEBDD6392A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226792">
            <a:off x="9647750" y="2324283"/>
            <a:ext cx="414753" cy="414753"/>
          </a:xfrm>
          <a:prstGeom prst="rect">
            <a:avLst/>
          </a:prstGeom>
        </p:spPr>
      </p:pic>
      <p:pic>
        <p:nvPicPr>
          <p:cNvPr id="78" name="Imagem 77">
            <a:extLst>
              <a:ext uri="{FF2B5EF4-FFF2-40B4-BE49-F238E27FC236}">
                <a16:creationId xmlns:a16="http://schemas.microsoft.com/office/drawing/2014/main" id="{79D1F208-89CC-4E36-8A03-7C5BAA96F0E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09372">
            <a:off x="10407483" y="2098080"/>
            <a:ext cx="496021" cy="496021"/>
          </a:xfrm>
          <a:prstGeom prst="rect">
            <a:avLst/>
          </a:prstGeom>
        </p:spPr>
      </p:pic>
      <p:pic>
        <p:nvPicPr>
          <p:cNvPr id="79" name="Imagem 78">
            <a:extLst>
              <a:ext uri="{FF2B5EF4-FFF2-40B4-BE49-F238E27FC236}">
                <a16:creationId xmlns:a16="http://schemas.microsoft.com/office/drawing/2014/main" id="{051AAF1E-80D7-4F7B-8047-38F65C74C4A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77357">
            <a:off x="11086997" y="2569573"/>
            <a:ext cx="291801" cy="291801"/>
          </a:xfrm>
          <a:prstGeom prst="rect">
            <a:avLst/>
          </a:prstGeom>
        </p:spPr>
      </p:pic>
      <p:pic>
        <p:nvPicPr>
          <p:cNvPr id="80" name="Imagem 79">
            <a:extLst>
              <a:ext uri="{FF2B5EF4-FFF2-40B4-BE49-F238E27FC236}">
                <a16:creationId xmlns:a16="http://schemas.microsoft.com/office/drawing/2014/main" id="{0BE947BD-2838-4FE2-839F-748B516EBB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45214">
            <a:off x="9117495" y="2405947"/>
            <a:ext cx="397064" cy="561317"/>
          </a:xfrm>
          <a:prstGeom prst="rect">
            <a:avLst/>
          </a:prstGeom>
        </p:spPr>
      </p:pic>
      <p:pic>
        <p:nvPicPr>
          <p:cNvPr id="81" name="Imagem 80">
            <a:extLst>
              <a:ext uri="{FF2B5EF4-FFF2-40B4-BE49-F238E27FC236}">
                <a16:creationId xmlns:a16="http://schemas.microsoft.com/office/drawing/2014/main" id="{EE88DB74-B44D-4395-BD43-83C9829441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186853">
            <a:off x="9179047" y="2561706"/>
            <a:ext cx="311442" cy="311442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7C400877-5F4E-42AE-8C68-CA93D04DAE9D}"/>
              </a:ext>
            </a:extLst>
          </p:cNvPr>
          <p:cNvSpPr txBox="1"/>
          <p:nvPr/>
        </p:nvSpPr>
        <p:spPr>
          <a:xfrm>
            <a:off x="9128563" y="3131523"/>
            <a:ext cx="221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1º caminhada do verão: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28F6DFD0-AF40-4EDA-B0EF-F1943F770E54}"/>
              </a:ext>
            </a:extLst>
          </p:cNvPr>
          <p:cNvSpPr/>
          <p:nvPr/>
        </p:nvSpPr>
        <p:spPr>
          <a:xfrm>
            <a:off x="9200781" y="4200964"/>
            <a:ext cx="1612993" cy="2590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D33CD18-1548-4BD8-B547-3523EB1007B9}"/>
              </a:ext>
            </a:extLst>
          </p:cNvPr>
          <p:cNvSpPr txBox="1"/>
          <p:nvPr/>
        </p:nvSpPr>
        <p:spPr>
          <a:xfrm>
            <a:off x="9102059" y="4538397"/>
            <a:ext cx="9510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Inscrições:</a:t>
            </a:r>
          </a:p>
        </p:txBody>
      </p:sp>
      <p:cxnSp>
        <p:nvCxnSpPr>
          <p:cNvPr id="20" name="Conexão reta 19">
            <a:extLst>
              <a:ext uri="{FF2B5EF4-FFF2-40B4-BE49-F238E27FC236}">
                <a16:creationId xmlns:a16="http://schemas.microsoft.com/office/drawing/2014/main" id="{D25BC6CD-EE8D-400C-9A98-90FDB4158FD5}"/>
              </a:ext>
            </a:extLst>
          </p:cNvPr>
          <p:cNvCxnSpPr/>
          <p:nvPr/>
        </p:nvCxnSpPr>
        <p:spPr>
          <a:xfrm>
            <a:off x="9079836" y="4540897"/>
            <a:ext cx="2428004" cy="0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F6FC0F1-01AA-445F-9CA3-17A10DADB6B8}"/>
              </a:ext>
            </a:extLst>
          </p:cNvPr>
          <p:cNvSpPr txBox="1"/>
          <p:nvPr/>
        </p:nvSpPr>
        <p:spPr>
          <a:xfrm>
            <a:off x="9052418" y="3354257"/>
            <a:ext cx="2227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b="1" dirty="0">
                <a:solidFill>
                  <a:schemeClr val="bg1"/>
                </a:solidFill>
              </a:rPr>
              <a:t>Maria23: </a:t>
            </a:r>
            <a:r>
              <a:rPr lang="pt-PT" sz="1050" dirty="0">
                <a:solidFill>
                  <a:schemeClr val="bg1"/>
                </a:solidFill>
              </a:rPr>
              <a:t>Mal posso esperar!!!!</a:t>
            </a:r>
          </a:p>
        </p:txBody>
      </p:sp>
      <p:sp>
        <p:nvSpPr>
          <p:cNvPr id="136" name="CaixaDeTexto 135">
            <a:extLst>
              <a:ext uri="{FF2B5EF4-FFF2-40B4-BE49-F238E27FC236}">
                <a16:creationId xmlns:a16="http://schemas.microsoft.com/office/drawing/2014/main" id="{91D27B53-5DFD-4909-BE09-69D668859E12}"/>
              </a:ext>
            </a:extLst>
          </p:cNvPr>
          <p:cNvSpPr txBox="1"/>
          <p:nvPr/>
        </p:nvSpPr>
        <p:spPr>
          <a:xfrm>
            <a:off x="9059045" y="3559665"/>
            <a:ext cx="29154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b="1" dirty="0">
                <a:solidFill>
                  <a:schemeClr val="bg1"/>
                </a:solidFill>
              </a:rPr>
              <a:t>Atletiag0: </a:t>
            </a:r>
            <a:r>
              <a:rPr lang="pt-PT" sz="1050" b="1" dirty="0">
                <a:solidFill>
                  <a:schemeClr val="bg1"/>
                </a:solidFill>
              </a:rPr>
              <a:t>Têm água ou é preciso levar?</a:t>
            </a:r>
            <a:endParaRPr lang="pt-PT" sz="1050" dirty="0">
              <a:solidFill>
                <a:schemeClr val="bg1"/>
              </a:solidFill>
            </a:endParaRPr>
          </a:p>
        </p:txBody>
      </p:sp>
      <p:sp>
        <p:nvSpPr>
          <p:cNvPr id="137" name="CaixaDeTexto 136">
            <a:extLst>
              <a:ext uri="{FF2B5EF4-FFF2-40B4-BE49-F238E27FC236}">
                <a16:creationId xmlns:a16="http://schemas.microsoft.com/office/drawing/2014/main" id="{B3F302D2-90FE-4CA2-B14A-C6F3E75934E4}"/>
              </a:ext>
            </a:extLst>
          </p:cNvPr>
          <p:cNvSpPr txBox="1"/>
          <p:nvPr/>
        </p:nvSpPr>
        <p:spPr>
          <a:xfrm>
            <a:off x="9059046" y="3731945"/>
            <a:ext cx="2227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b="1" dirty="0" err="1">
                <a:solidFill>
                  <a:srgbClr val="FFFF00"/>
                </a:solidFill>
              </a:rPr>
              <a:t>Admin</a:t>
            </a:r>
            <a:r>
              <a:rPr lang="pt-PT" sz="1200" b="1" dirty="0">
                <a:solidFill>
                  <a:srgbClr val="FFFF00"/>
                </a:solidFill>
              </a:rPr>
              <a:t>: A água será oferecida no pack atleta</a:t>
            </a:r>
            <a:r>
              <a:rPr lang="pt-PT" sz="1050" dirty="0">
                <a:solidFill>
                  <a:srgbClr val="FFFF00"/>
                </a:solidFill>
              </a:rPr>
              <a:t>!!!</a:t>
            </a:r>
          </a:p>
        </p:txBody>
      </p:sp>
      <p:sp>
        <p:nvSpPr>
          <p:cNvPr id="139" name="CaixaDeTexto 138">
            <a:extLst>
              <a:ext uri="{FF2B5EF4-FFF2-40B4-BE49-F238E27FC236}">
                <a16:creationId xmlns:a16="http://schemas.microsoft.com/office/drawing/2014/main" id="{F19F444B-F9BE-4B02-9E3B-0711FC4BCB5F}"/>
              </a:ext>
            </a:extLst>
          </p:cNvPr>
          <p:cNvSpPr txBox="1"/>
          <p:nvPr/>
        </p:nvSpPr>
        <p:spPr>
          <a:xfrm>
            <a:off x="9047984" y="4765617"/>
            <a:ext cx="2397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b="1" dirty="0">
                <a:solidFill>
                  <a:schemeClr val="bg1"/>
                </a:solidFill>
              </a:rPr>
              <a:t>Maria23: Como me inscrevo para a 1º caminhada de verão?</a:t>
            </a:r>
            <a:endParaRPr lang="pt-PT" sz="1050" dirty="0">
              <a:solidFill>
                <a:schemeClr val="bg1"/>
              </a:solidFill>
            </a:endParaRPr>
          </a:p>
        </p:txBody>
      </p:sp>
      <p:sp>
        <p:nvSpPr>
          <p:cNvPr id="141" name="CaixaDeTexto 140">
            <a:extLst>
              <a:ext uri="{FF2B5EF4-FFF2-40B4-BE49-F238E27FC236}">
                <a16:creationId xmlns:a16="http://schemas.microsoft.com/office/drawing/2014/main" id="{09B6FFF1-27DA-43AD-BDC4-AC3171491ACD}"/>
              </a:ext>
            </a:extLst>
          </p:cNvPr>
          <p:cNvSpPr txBox="1"/>
          <p:nvPr/>
        </p:nvSpPr>
        <p:spPr>
          <a:xfrm>
            <a:off x="9047982" y="5136676"/>
            <a:ext cx="2513641" cy="761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b="1" dirty="0" err="1">
                <a:solidFill>
                  <a:srgbClr val="FFFF00"/>
                </a:solidFill>
              </a:rPr>
              <a:t>Admin</a:t>
            </a:r>
            <a:r>
              <a:rPr lang="pt-PT" sz="1200" b="1" dirty="0">
                <a:solidFill>
                  <a:srgbClr val="FFFF00"/>
                </a:solidFill>
              </a:rPr>
              <a:t>: </a:t>
            </a:r>
            <a:r>
              <a:rPr lang="pt-PT" sz="1050" b="1" dirty="0">
                <a:solidFill>
                  <a:srgbClr val="FFFF00"/>
                </a:solidFill>
              </a:rPr>
              <a:t>Basta aceder à aba caminhadas e escolher no calendário. Após isso é só selecionar o método de pagamento e confirmar</a:t>
            </a:r>
            <a:r>
              <a:rPr lang="pt-PT" sz="1050" dirty="0">
                <a:solidFill>
                  <a:srgbClr val="FFFF00"/>
                </a:solidFill>
              </a:rPr>
              <a:t>!!!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FC738952-C544-48BE-97C9-A924E8B301B9}"/>
              </a:ext>
            </a:extLst>
          </p:cNvPr>
          <p:cNvSpPr txBox="1"/>
          <p:nvPr/>
        </p:nvSpPr>
        <p:spPr>
          <a:xfrm>
            <a:off x="7293072" y="3648598"/>
            <a:ext cx="5405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100" dirty="0">
                <a:solidFill>
                  <a:schemeClr val="bg1"/>
                </a:solidFill>
              </a:rPr>
              <a:t>Enviar</a:t>
            </a:r>
          </a:p>
        </p:txBody>
      </p:sp>
      <p:sp>
        <p:nvSpPr>
          <p:cNvPr id="143" name="CaixaDeTexto 142">
            <a:extLst>
              <a:ext uri="{FF2B5EF4-FFF2-40B4-BE49-F238E27FC236}">
                <a16:creationId xmlns:a16="http://schemas.microsoft.com/office/drawing/2014/main" id="{CD5AD61E-762F-44C8-82AB-FBBAFA1BCA85}"/>
              </a:ext>
            </a:extLst>
          </p:cNvPr>
          <p:cNvSpPr txBox="1"/>
          <p:nvPr/>
        </p:nvSpPr>
        <p:spPr>
          <a:xfrm>
            <a:off x="7299700" y="4582876"/>
            <a:ext cx="5405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100" dirty="0">
                <a:solidFill>
                  <a:schemeClr val="bg1"/>
                </a:solidFill>
              </a:rPr>
              <a:t>Enviar</a:t>
            </a:r>
          </a:p>
        </p:txBody>
      </p:sp>
      <p:sp>
        <p:nvSpPr>
          <p:cNvPr id="148" name="CaixaDeTexto 147">
            <a:extLst>
              <a:ext uri="{FF2B5EF4-FFF2-40B4-BE49-F238E27FC236}">
                <a16:creationId xmlns:a16="http://schemas.microsoft.com/office/drawing/2014/main" id="{C39295F4-4CD0-4734-B4EF-39C6E422B509}"/>
              </a:ext>
            </a:extLst>
          </p:cNvPr>
          <p:cNvSpPr txBox="1"/>
          <p:nvPr/>
        </p:nvSpPr>
        <p:spPr>
          <a:xfrm>
            <a:off x="7299699" y="5378004"/>
            <a:ext cx="5405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100" dirty="0">
                <a:solidFill>
                  <a:schemeClr val="bg1"/>
                </a:solidFill>
              </a:rPr>
              <a:t>Enviar</a:t>
            </a:r>
          </a:p>
        </p:txBody>
      </p:sp>
      <p:sp>
        <p:nvSpPr>
          <p:cNvPr id="151" name="CaixaDeTexto 150">
            <a:extLst>
              <a:ext uri="{FF2B5EF4-FFF2-40B4-BE49-F238E27FC236}">
                <a16:creationId xmlns:a16="http://schemas.microsoft.com/office/drawing/2014/main" id="{492463CF-BDD2-40E9-84D9-2DC9EEB04DCA}"/>
              </a:ext>
            </a:extLst>
          </p:cNvPr>
          <p:cNvSpPr txBox="1"/>
          <p:nvPr/>
        </p:nvSpPr>
        <p:spPr>
          <a:xfrm>
            <a:off x="10832496" y="4211661"/>
            <a:ext cx="6990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600" dirty="0">
                <a:solidFill>
                  <a:schemeClr val="bg1"/>
                </a:solidFill>
              </a:rPr>
              <a:t>Enviar</a:t>
            </a:r>
          </a:p>
        </p:txBody>
      </p:sp>
    </p:spTree>
    <p:extLst>
      <p:ext uri="{BB962C8B-B14F-4D97-AF65-F5344CB8AC3E}">
        <p14:creationId xmlns:p14="http://schemas.microsoft.com/office/powerpoint/2010/main" val="3968601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Posição de Conteúdo 4">
            <a:extLst>
              <a:ext uri="{FF2B5EF4-FFF2-40B4-BE49-F238E27FC236}">
                <a16:creationId xmlns:a16="http://schemas.microsoft.com/office/drawing/2014/main" id="{1E6D470B-688F-4C69-AB52-28F0C9C952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327" y="174206"/>
            <a:ext cx="3616570" cy="622559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A34CE9F4-398B-4D4F-A0B8-C72837AC11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010" y="2153572"/>
            <a:ext cx="2545205" cy="359807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237CE09-8AAE-4B5A-A8DD-157615170F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59722">
            <a:off x="2396752" y="2070758"/>
            <a:ext cx="397064" cy="561317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33319021-AC67-4F36-A486-64EDD2586A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815" y="2070759"/>
            <a:ext cx="397064" cy="561317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6F293069-2966-4907-AD39-90F3ECBCC7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12358">
            <a:off x="2877158" y="2362252"/>
            <a:ext cx="397064" cy="561317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14E0FDA3-067A-4A19-9B69-980742967B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59722">
            <a:off x="2396752" y="2070757"/>
            <a:ext cx="397064" cy="561317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3C07FE8B-10FD-4BE3-9869-DD24196D47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815" y="2070758"/>
            <a:ext cx="397064" cy="561317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9C511CE8-7800-4ABA-AD17-9A40A4EDE6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010" y="2069166"/>
            <a:ext cx="2545205" cy="3598075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40E25C63-F016-461C-BE19-42808F85A3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80158">
            <a:off x="2571735" y="1857424"/>
            <a:ext cx="711689" cy="1006093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4A1D394C-5D27-4C9E-8AA3-F041F5F8D9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92612">
            <a:off x="1003313" y="2200130"/>
            <a:ext cx="438599" cy="620033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3BD84005-C2C2-435A-9EEF-7A56198514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2961">
            <a:off x="2045057" y="1986350"/>
            <a:ext cx="397064" cy="561317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4E60486A-FA93-41E7-9711-64D1B39ADB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37653">
            <a:off x="1545599" y="2056691"/>
            <a:ext cx="397064" cy="561317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EE844F08-5B95-4316-A3C6-0CA8BDFF80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345601">
            <a:off x="1037808" y="2336570"/>
            <a:ext cx="409526" cy="409526"/>
          </a:xfrm>
          <a:prstGeom prst="rect">
            <a:avLst/>
          </a:prstGeom>
        </p:spPr>
      </p:pic>
      <p:pic>
        <p:nvPicPr>
          <p:cNvPr id="19" name="Marcador de Posição de Conteúdo 5">
            <a:extLst>
              <a:ext uri="{FF2B5EF4-FFF2-40B4-BE49-F238E27FC236}">
                <a16:creationId xmlns:a16="http://schemas.microsoft.com/office/drawing/2014/main" id="{A7701E7E-3F74-44AA-BF3D-711371E9E1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37653">
            <a:off x="1541651" y="2161155"/>
            <a:ext cx="410924" cy="410924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2F7A5AE5-016B-430C-9C57-1D79F43DBD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2611">
            <a:off x="2092847" y="2156212"/>
            <a:ext cx="304426" cy="304426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C58B7961-3295-4E66-9FE7-DFB7FA58EFA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45157">
            <a:off x="2679395" y="2198662"/>
            <a:ext cx="523018" cy="523018"/>
          </a:xfrm>
          <a:prstGeom prst="rect">
            <a:avLst/>
          </a:prstGeom>
        </p:spPr>
      </p:pic>
      <p:pic>
        <p:nvPicPr>
          <p:cNvPr id="33" name="Imagem 32">
            <a:extLst>
              <a:ext uri="{FF2B5EF4-FFF2-40B4-BE49-F238E27FC236}">
                <a16:creationId xmlns:a16="http://schemas.microsoft.com/office/drawing/2014/main" id="{36C7B59C-878A-4669-8DD4-F44158ECDA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1970" y="2151227"/>
            <a:ext cx="2545205" cy="3598075"/>
          </a:xfrm>
          <a:prstGeom prst="rect">
            <a:avLst/>
          </a:prstGeom>
        </p:spPr>
      </p:pic>
      <p:pic>
        <p:nvPicPr>
          <p:cNvPr id="34" name="Imagem 33">
            <a:extLst>
              <a:ext uri="{FF2B5EF4-FFF2-40B4-BE49-F238E27FC236}">
                <a16:creationId xmlns:a16="http://schemas.microsoft.com/office/drawing/2014/main" id="{06C60513-6C59-4C85-8B8E-B94444B465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59722">
            <a:off x="7444712" y="2068413"/>
            <a:ext cx="397064" cy="561317"/>
          </a:xfrm>
          <a:prstGeom prst="rect">
            <a:avLst/>
          </a:prstGeom>
        </p:spPr>
      </p:pic>
      <p:pic>
        <p:nvPicPr>
          <p:cNvPr id="35" name="Imagem 34">
            <a:extLst>
              <a:ext uri="{FF2B5EF4-FFF2-40B4-BE49-F238E27FC236}">
                <a16:creationId xmlns:a16="http://schemas.microsoft.com/office/drawing/2014/main" id="{97817846-2024-4654-AA47-C5FE29F16F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6775" y="2068414"/>
            <a:ext cx="397064" cy="561317"/>
          </a:xfrm>
          <a:prstGeom prst="rect">
            <a:avLst/>
          </a:prstGeom>
        </p:spPr>
      </p:pic>
      <p:pic>
        <p:nvPicPr>
          <p:cNvPr id="36" name="Imagem 35">
            <a:extLst>
              <a:ext uri="{FF2B5EF4-FFF2-40B4-BE49-F238E27FC236}">
                <a16:creationId xmlns:a16="http://schemas.microsoft.com/office/drawing/2014/main" id="{9C3419F0-56E9-4F1E-B3A3-0B094B97E8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12358">
            <a:off x="7925118" y="2359907"/>
            <a:ext cx="397064" cy="561317"/>
          </a:xfrm>
          <a:prstGeom prst="rect">
            <a:avLst/>
          </a:prstGeom>
        </p:spPr>
      </p:pic>
      <p:pic>
        <p:nvPicPr>
          <p:cNvPr id="37" name="Imagem 36">
            <a:extLst>
              <a:ext uri="{FF2B5EF4-FFF2-40B4-BE49-F238E27FC236}">
                <a16:creationId xmlns:a16="http://schemas.microsoft.com/office/drawing/2014/main" id="{1CBD871F-B0B4-4A71-BF04-C33D2CF12D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59722">
            <a:off x="7444712" y="2068412"/>
            <a:ext cx="397064" cy="561317"/>
          </a:xfrm>
          <a:prstGeom prst="rect">
            <a:avLst/>
          </a:prstGeom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5DE4CF87-312E-4A1E-9901-5D9094E8C7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6775" y="2068413"/>
            <a:ext cx="397064" cy="561317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1A64B0C5-44B5-438F-B9A6-52344D4217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1970" y="2066821"/>
            <a:ext cx="2545205" cy="3598075"/>
          </a:xfrm>
          <a:prstGeom prst="rect">
            <a:avLst/>
          </a:prstGeom>
        </p:spPr>
      </p:pic>
      <p:pic>
        <p:nvPicPr>
          <p:cNvPr id="40" name="Imagem 39">
            <a:extLst>
              <a:ext uri="{FF2B5EF4-FFF2-40B4-BE49-F238E27FC236}">
                <a16:creationId xmlns:a16="http://schemas.microsoft.com/office/drawing/2014/main" id="{52262D02-B765-4DF2-BAEE-8A0450F98E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80158">
            <a:off x="7619695" y="1855079"/>
            <a:ext cx="711689" cy="1006093"/>
          </a:xfrm>
          <a:prstGeom prst="rect">
            <a:avLst/>
          </a:prstGeom>
        </p:spPr>
      </p:pic>
      <p:pic>
        <p:nvPicPr>
          <p:cNvPr id="41" name="Imagem 40">
            <a:extLst>
              <a:ext uri="{FF2B5EF4-FFF2-40B4-BE49-F238E27FC236}">
                <a16:creationId xmlns:a16="http://schemas.microsoft.com/office/drawing/2014/main" id="{F61BBCF8-BC3B-40E3-91FB-D3EE0D4593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92612">
            <a:off x="6051273" y="2197785"/>
            <a:ext cx="438599" cy="620033"/>
          </a:xfrm>
          <a:prstGeom prst="rect">
            <a:avLst/>
          </a:prstGeom>
        </p:spPr>
      </p:pic>
      <p:pic>
        <p:nvPicPr>
          <p:cNvPr id="42" name="Imagem 41">
            <a:extLst>
              <a:ext uri="{FF2B5EF4-FFF2-40B4-BE49-F238E27FC236}">
                <a16:creationId xmlns:a16="http://schemas.microsoft.com/office/drawing/2014/main" id="{8051384A-AF3E-4101-A877-E131212E72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2961">
            <a:off x="7093017" y="1984005"/>
            <a:ext cx="397064" cy="561317"/>
          </a:xfrm>
          <a:prstGeom prst="rect">
            <a:avLst/>
          </a:prstGeom>
        </p:spPr>
      </p:pic>
      <p:pic>
        <p:nvPicPr>
          <p:cNvPr id="43" name="Imagem 42">
            <a:extLst>
              <a:ext uri="{FF2B5EF4-FFF2-40B4-BE49-F238E27FC236}">
                <a16:creationId xmlns:a16="http://schemas.microsoft.com/office/drawing/2014/main" id="{2A322183-4DEC-44F5-B778-2CA59E9C0E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37653">
            <a:off x="6593559" y="2054346"/>
            <a:ext cx="397064" cy="561317"/>
          </a:xfrm>
          <a:prstGeom prst="rect">
            <a:avLst/>
          </a:prstGeom>
        </p:spPr>
      </p:pic>
      <p:pic>
        <p:nvPicPr>
          <p:cNvPr id="44" name="Imagem 43">
            <a:extLst>
              <a:ext uri="{FF2B5EF4-FFF2-40B4-BE49-F238E27FC236}">
                <a16:creationId xmlns:a16="http://schemas.microsoft.com/office/drawing/2014/main" id="{F0A8FD21-0B7A-4053-88D2-4AA4C4F61C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345601">
            <a:off x="6085768" y="2334225"/>
            <a:ext cx="409526" cy="409526"/>
          </a:xfrm>
          <a:prstGeom prst="rect">
            <a:avLst/>
          </a:prstGeom>
        </p:spPr>
      </p:pic>
      <p:pic>
        <p:nvPicPr>
          <p:cNvPr id="45" name="Marcador de Posição de Conteúdo 5">
            <a:extLst>
              <a:ext uri="{FF2B5EF4-FFF2-40B4-BE49-F238E27FC236}">
                <a16:creationId xmlns:a16="http://schemas.microsoft.com/office/drawing/2014/main" id="{E7C95358-1B0E-4A8D-852E-E50EF2456F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37653">
            <a:off x="6589611" y="2158810"/>
            <a:ext cx="410924" cy="410924"/>
          </a:xfrm>
          <a:prstGeom prst="rect">
            <a:avLst/>
          </a:prstGeom>
        </p:spPr>
      </p:pic>
      <p:pic>
        <p:nvPicPr>
          <p:cNvPr id="46" name="Imagem 45">
            <a:extLst>
              <a:ext uri="{FF2B5EF4-FFF2-40B4-BE49-F238E27FC236}">
                <a16:creationId xmlns:a16="http://schemas.microsoft.com/office/drawing/2014/main" id="{499DC4FA-B3E9-49D8-A9C9-52413DE146F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2611">
            <a:off x="7140807" y="2153867"/>
            <a:ext cx="304426" cy="304426"/>
          </a:xfrm>
          <a:prstGeom prst="rect">
            <a:avLst/>
          </a:prstGeom>
        </p:spPr>
      </p:pic>
      <p:pic>
        <p:nvPicPr>
          <p:cNvPr id="47" name="Imagem 46">
            <a:extLst>
              <a:ext uri="{FF2B5EF4-FFF2-40B4-BE49-F238E27FC236}">
                <a16:creationId xmlns:a16="http://schemas.microsoft.com/office/drawing/2014/main" id="{97B1E575-201C-419A-9B6B-2B2D55DEB4D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45157">
            <a:off x="7727355" y="2196317"/>
            <a:ext cx="523018" cy="523018"/>
          </a:xfrm>
          <a:prstGeom prst="rect">
            <a:avLst/>
          </a:prstGeom>
        </p:spPr>
      </p:pic>
      <p:pic>
        <p:nvPicPr>
          <p:cNvPr id="48" name="Marcador de Posição de Conteúdo 4">
            <a:extLst>
              <a:ext uri="{FF2B5EF4-FFF2-40B4-BE49-F238E27FC236}">
                <a16:creationId xmlns:a16="http://schemas.microsoft.com/office/drawing/2014/main" id="{A4259A9C-A2F0-4656-8865-329F74D66F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469" y="284402"/>
            <a:ext cx="3616570" cy="6225591"/>
          </a:xfrm>
          <a:prstGeom prst="rect">
            <a:avLst/>
          </a:prstGeom>
        </p:spPr>
      </p:pic>
      <p:sp>
        <p:nvSpPr>
          <p:cNvPr id="49" name="CaixaDeTexto 48">
            <a:extLst>
              <a:ext uri="{FF2B5EF4-FFF2-40B4-BE49-F238E27FC236}">
                <a16:creationId xmlns:a16="http://schemas.microsoft.com/office/drawing/2014/main" id="{9DA89078-56D5-4462-B4E6-958329DBE413}"/>
              </a:ext>
            </a:extLst>
          </p:cNvPr>
          <p:cNvSpPr txBox="1"/>
          <p:nvPr/>
        </p:nvSpPr>
        <p:spPr>
          <a:xfrm>
            <a:off x="1465310" y="6423979"/>
            <a:ext cx="1064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utilizador</a:t>
            </a: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869B48EE-FD20-4853-AC2B-40486B38AA08}"/>
              </a:ext>
            </a:extLst>
          </p:cNvPr>
          <p:cNvSpPr txBox="1"/>
          <p:nvPr/>
        </p:nvSpPr>
        <p:spPr>
          <a:xfrm>
            <a:off x="6522325" y="6438047"/>
            <a:ext cx="1503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administrador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57ACD3A1-9005-4379-A928-E68501655548}"/>
              </a:ext>
            </a:extLst>
          </p:cNvPr>
          <p:cNvSpPr txBox="1"/>
          <p:nvPr/>
        </p:nvSpPr>
        <p:spPr>
          <a:xfrm>
            <a:off x="978124" y="2882943"/>
            <a:ext cx="1353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>
                <a:solidFill>
                  <a:schemeClr val="bg1"/>
                </a:solidFill>
              </a:rPr>
              <a:t>Escreva-nos:</a:t>
            </a:r>
          </a:p>
        </p:txBody>
      </p:sp>
      <p:sp>
        <p:nvSpPr>
          <p:cNvPr id="52" name="Retângulo 51">
            <a:extLst>
              <a:ext uri="{FF2B5EF4-FFF2-40B4-BE49-F238E27FC236}">
                <a16:creationId xmlns:a16="http://schemas.microsoft.com/office/drawing/2014/main" id="{FFE94702-402D-4E2A-B4F7-4D7BFCD5F197}"/>
              </a:ext>
            </a:extLst>
          </p:cNvPr>
          <p:cNvSpPr/>
          <p:nvPr/>
        </p:nvSpPr>
        <p:spPr>
          <a:xfrm>
            <a:off x="990349" y="3262346"/>
            <a:ext cx="2272526" cy="24025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>
              <a:solidFill>
                <a:schemeClr val="bg1"/>
              </a:solidFill>
            </a:endParaRP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BFAB7104-D4D6-450C-8252-39E109F64A8B}"/>
              </a:ext>
            </a:extLst>
          </p:cNvPr>
          <p:cNvSpPr txBox="1"/>
          <p:nvPr/>
        </p:nvSpPr>
        <p:spPr>
          <a:xfrm>
            <a:off x="2591385" y="2913721"/>
            <a:ext cx="6990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600" dirty="0">
                <a:solidFill>
                  <a:schemeClr val="bg1"/>
                </a:solidFill>
              </a:rPr>
              <a:t>Enviar</a:t>
            </a: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B940363C-FA98-40BC-B421-31481B569150}"/>
              </a:ext>
            </a:extLst>
          </p:cNvPr>
          <p:cNvSpPr txBox="1"/>
          <p:nvPr/>
        </p:nvSpPr>
        <p:spPr>
          <a:xfrm>
            <a:off x="6050155" y="2934350"/>
            <a:ext cx="9476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600" dirty="0">
                <a:solidFill>
                  <a:schemeClr val="bg1"/>
                </a:solidFill>
              </a:rPr>
              <a:t>TRILHOS: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FEABFCF4-F0B3-4474-92E6-5C3A6EFE85CD}"/>
              </a:ext>
            </a:extLst>
          </p:cNvPr>
          <p:cNvSpPr txBox="1"/>
          <p:nvPr/>
        </p:nvSpPr>
        <p:spPr>
          <a:xfrm>
            <a:off x="5997147" y="3290350"/>
            <a:ext cx="582211" cy="33855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pt-PT" sz="1600" dirty="0">
                <a:solidFill>
                  <a:schemeClr val="bg1"/>
                </a:solidFill>
              </a:rPr>
              <a:t>Criar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1B2719FF-413F-4070-B045-7BFCD73157B5}"/>
              </a:ext>
            </a:extLst>
          </p:cNvPr>
          <p:cNvSpPr txBox="1"/>
          <p:nvPr/>
        </p:nvSpPr>
        <p:spPr>
          <a:xfrm>
            <a:off x="6692890" y="3283725"/>
            <a:ext cx="672877" cy="33855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pt-PT" sz="1600" dirty="0">
                <a:solidFill>
                  <a:schemeClr val="bg1"/>
                </a:solidFill>
              </a:rPr>
              <a:t>Editar</a:t>
            </a: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13A44739-E08A-4C25-8D1D-EBE1075A871C}"/>
              </a:ext>
            </a:extLst>
          </p:cNvPr>
          <p:cNvSpPr txBox="1"/>
          <p:nvPr/>
        </p:nvSpPr>
        <p:spPr>
          <a:xfrm>
            <a:off x="7474763" y="3283724"/>
            <a:ext cx="865943" cy="33855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pt-PT" sz="1600" dirty="0">
                <a:solidFill>
                  <a:schemeClr val="bg1"/>
                </a:solidFill>
              </a:rPr>
              <a:t>Eliminar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7283AD56-66A8-4BA6-8A97-BF3A90949F05}"/>
              </a:ext>
            </a:extLst>
          </p:cNvPr>
          <p:cNvSpPr txBox="1"/>
          <p:nvPr/>
        </p:nvSpPr>
        <p:spPr>
          <a:xfrm>
            <a:off x="6056783" y="3762613"/>
            <a:ext cx="14095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600" dirty="0">
                <a:solidFill>
                  <a:schemeClr val="bg1"/>
                </a:solidFill>
              </a:rPr>
              <a:t>CAMINHADAS:</a:t>
            </a:r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67D3A439-E49D-4EE3-BBD1-0C016EEC6971}"/>
              </a:ext>
            </a:extLst>
          </p:cNvPr>
          <p:cNvSpPr txBox="1"/>
          <p:nvPr/>
        </p:nvSpPr>
        <p:spPr>
          <a:xfrm>
            <a:off x="6003775" y="4118613"/>
            <a:ext cx="582211" cy="33855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pt-PT" sz="1600" dirty="0">
                <a:solidFill>
                  <a:schemeClr val="bg1"/>
                </a:solidFill>
              </a:rPr>
              <a:t>Criar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0737C4D1-7ED7-43A2-BDB8-07C74A910A28}"/>
              </a:ext>
            </a:extLst>
          </p:cNvPr>
          <p:cNvSpPr txBox="1"/>
          <p:nvPr/>
        </p:nvSpPr>
        <p:spPr>
          <a:xfrm>
            <a:off x="6699518" y="4111988"/>
            <a:ext cx="672877" cy="33855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pt-PT" sz="1600" dirty="0">
                <a:solidFill>
                  <a:schemeClr val="bg1"/>
                </a:solidFill>
              </a:rPr>
              <a:t>Editar</a:t>
            </a: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44CBEF38-706D-4C1C-9F8E-3E1087E89BB8}"/>
              </a:ext>
            </a:extLst>
          </p:cNvPr>
          <p:cNvSpPr txBox="1"/>
          <p:nvPr/>
        </p:nvSpPr>
        <p:spPr>
          <a:xfrm>
            <a:off x="7481391" y="4111987"/>
            <a:ext cx="865943" cy="33855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pt-PT" sz="1600" dirty="0">
                <a:solidFill>
                  <a:schemeClr val="bg1"/>
                </a:solidFill>
              </a:rPr>
              <a:t>Eliminar</a:t>
            </a: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30786A2B-9068-4C8F-A1E4-B10BE0D883E0}"/>
              </a:ext>
            </a:extLst>
          </p:cNvPr>
          <p:cNvSpPr txBox="1"/>
          <p:nvPr/>
        </p:nvSpPr>
        <p:spPr>
          <a:xfrm>
            <a:off x="6056782" y="4570997"/>
            <a:ext cx="964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600" dirty="0">
                <a:solidFill>
                  <a:schemeClr val="bg1"/>
                </a:solidFill>
              </a:rPr>
              <a:t>TÓPICOS:</a:t>
            </a:r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BB87249F-E648-438F-BFE8-5AA6AE8FE44C}"/>
              </a:ext>
            </a:extLst>
          </p:cNvPr>
          <p:cNvSpPr txBox="1"/>
          <p:nvPr/>
        </p:nvSpPr>
        <p:spPr>
          <a:xfrm>
            <a:off x="6003774" y="4926997"/>
            <a:ext cx="582211" cy="33855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pt-PT" sz="1600" dirty="0">
                <a:solidFill>
                  <a:schemeClr val="bg1"/>
                </a:solidFill>
              </a:rPr>
              <a:t>Criar</a:t>
            </a:r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B95B3C68-822C-4576-A6B8-C8BB1E2786EE}"/>
              </a:ext>
            </a:extLst>
          </p:cNvPr>
          <p:cNvSpPr txBox="1"/>
          <p:nvPr/>
        </p:nvSpPr>
        <p:spPr>
          <a:xfrm>
            <a:off x="6699517" y="4920372"/>
            <a:ext cx="672877" cy="33855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pt-PT" sz="1600" dirty="0">
                <a:solidFill>
                  <a:schemeClr val="bg1"/>
                </a:solidFill>
              </a:rPr>
              <a:t>Editar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22C5B95A-F2A0-44DE-84E2-5EB96C4A15B9}"/>
              </a:ext>
            </a:extLst>
          </p:cNvPr>
          <p:cNvSpPr txBox="1"/>
          <p:nvPr/>
        </p:nvSpPr>
        <p:spPr>
          <a:xfrm>
            <a:off x="7481390" y="4920371"/>
            <a:ext cx="865943" cy="33855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pt-PT" sz="1600" dirty="0">
                <a:solidFill>
                  <a:schemeClr val="bg1"/>
                </a:solidFill>
              </a:rPr>
              <a:t>Eliminar</a:t>
            </a:r>
          </a:p>
        </p:txBody>
      </p:sp>
    </p:spTree>
    <p:extLst>
      <p:ext uri="{BB962C8B-B14F-4D97-AF65-F5344CB8AC3E}">
        <p14:creationId xmlns:p14="http://schemas.microsoft.com/office/powerpoint/2010/main" val="22646814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280</Words>
  <Application>Microsoft Office PowerPoint</Application>
  <PresentationFormat>Ecrã Panorâmico</PresentationFormat>
  <Paragraphs>77</Paragraphs>
  <Slides>5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Daniel Ribeiro</dc:creator>
  <cp:lastModifiedBy>Daniel Ribeiro</cp:lastModifiedBy>
  <cp:revision>31</cp:revision>
  <dcterms:created xsi:type="dcterms:W3CDTF">2017-06-01T08:57:55Z</dcterms:created>
  <dcterms:modified xsi:type="dcterms:W3CDTF">2017-06-13T21:30:06Z</dcterms:modified>
</cp:coreProperties>
</file>